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embeddedFontLst>
    <p:embeddedFont>
      <p:font typeface="Century Gothic" panose="020B0502020202020204"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iKmjW1YT95tqXcZgqAy8NtbmDg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2" d="100"/>
          <a:sy n="62" d="100"/>
        </p:scale>
        <p:origin x="5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cf1804cc52_0_0:notes"/>
          <p:cNvSpPr txBox="1">
            <a:spLocks noGrp="1"/>
          </p:cNvSpPr>
          <p:nvPr>
            <p:ph type="body" idx="1"/>
          </p:nvPr>
        </p:nvSpPr>
        <p:spPr>
          <a:xfrm>
            <a:off x="822960" y="7040880"/>
            <a:ext cx="6583800" cy="5760900"/>
          </a:xfrm>
          <a:prstGeom prst="rect">
            <a:avLst/>
          </a:prstGeom>
          <a:noFill/>
          <a:ln>
            <a:noFill/>
          </a:ln>
        </p:spPr>
        <p:txBody>
          <a:bodyPr spcFirstLastPara="1" wrap="square" lIns="121900" tIns="60925" rIns="121900" bIns="60925" anchor="t" anchorCtr="0">
            <a:noAutofit/>
          </a:bodyPr>
          <a:lstStyle/>
          <a:p>
            <a:pPr marL="0" lvl="0" indent="0" algn="l" rtl="0">
              <a:lnSpc>
                <a:spcPct val="100000"/>
              </a:lnSpc>
              <a:spcBef>
                <a:spcPts val="0"/>
              </a:spcBef>
              <a:spcAft>
                <a:spcPts val="0"/>
              </a:spcAft>
              <a:buSzPts val="1900"/>
              <a:buNone/>
            </a:pPr>
            <a:endParaRPr/>
          </a:p>
        </p:txBody>
      </p:sp>
      <p:sp>
        <p:nvSpPr>
          <p:cNvPr id="85" name="Google Shape;85;g3cf1804cc52_0_0:notes"/>
          <p:cNvSpPr>
            <a:spLocks noGrp="1" noRot="1" noChangeAspect="1"/>
          </p:cNvSpPr>
          <p:nvPr>
            <p:ph type="sldImg" idx="2"/>
          </p:nvPr>
        </p:nvSpPr>
        <p:spPr>
          <a:xfrm>
            <a:off x="822960" y="1828800"/>
            <a:ext cx="6583800" cy="4937700"/>
          </a:xfrm>
          <a:custGeom>
            <a:avLst/>
            <a:gdLst/>
            <a:ahLst/>
            <a:cxnLst/>
            <a:rect l="l" t="t" r="r" b="b"/>
            <a:pathLst>
              <a:path w="120000" h="120000" extrusionOk="0">
                <a:moveTo>
                  <a:pt x="0" y="0"/>
                </a:moveTo>
                <a:lnTo>
                  <a:pt x="120000" y="0"/>
                </a:lnTo>
                <a:lnTo>
                  <a:pt x="120000" y="120000"/>
                </a:lnTo>
                <a:lnTo>
                  <a:pt x="0" y="120000"/>
                </a:lnTo>
                <a:close/>
              </a:path>
            </a:pathLst>
          </a:custGeom>
          <a:noFill/>
          <a:ln w="169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cf1804cc52_0_85:notes"/>
          <p:cNvSpPr txBox="1">
            <a:spLocks noGrp="1"/>
          </p:cNvSpPr>
          <p:nvPr>
            <p:ph type="body" idx="1"/>
          </p:nvPr>
        </p:nvSpPr>
        <p:spPr>
          <a:xfrm>
            <a:off x="822950" y="6949425"/>
            <a:ext cx="6583800" cy="6583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cf1804cc52_0_85: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cf1804cc52_0_91:notes"/>
          <p:cNvSpPr txBox="1">
            <a:spLocks noGrp="1"/>
          </p:cNvSpPr>
          <p:nvPr>
            <p:ph type="body" idx="1"/>
          </p:nvPr>
        </p:nvSpPr>
        <p:spPr>
          <a:xfrm>
            <a:off x="822950" y="6949425"/>
            <a:ext cx="6583800" cy="6583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g3cf1804cc52_0_91: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f1804cc52_0_97:notes"/>
          <p:cNvSpPr txBox="1">
            <a:spLocks noGrp="1"/>
          </p:cNvSpPr>
          <p:nvPr>
            <p:ph type="body" idx="1"/>
          </p:nvPr>
        </p:nvSpPr>
        <p:spPr>
          <a:xfrm>
            <a:off x="822950" y="6949425"/>
            <a:ext cx="6583800" cy="6583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cf1804cc52_0_97: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cf1804cc52_0_103:notes"/>
          <p:cNvSpPr txBox="1">
            <a:spLocks noGrp="1"/>
          </p:cNvSpPr>
          <p:nvPr>
            <p:ph type="body" idx="1"/>
          </p:nvPr>
        </p:nvSpPr>
        <p:spPr>
          <a:xfrm>
            <a:off x="822950" y="6949425"/>
            <a:ext cx="6583800" cy="6583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g3cf1804cc52_0_103:notes"/>
          <p:cNvSpPr>
            <a:spLocks noGrp="1" noRot="1" noChangeAspect="1"/>
          </p:cNvSpPr>
          <p:nvPr>
            <p:ph type="sldImg" idx="2"/>
          </p:nvPr>
        </p:nvSpPr>
        <p:spPr>
          <a:xfrm>
            <a:off x="1371850" y="1097275"/>
            <a:ext cx="548670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cf1804cc52_0_109:notes"/>
          <p:cNvSpPr txBox="1">
            <a:spLocks noGrp="1"/>
          </p:cNvSpPr>
          <p:nvPr>
            <p:ph type="body" idx="1"/>
          </p:nvPr>
        </p:nvSpPr>
        <p:spPr>
          <a:xfrm>
            <a:off x="822950" y="6949425"/>
            <a:ext cx="6583800" cy="6583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g3cf1804cc52_0_109: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cf1804cc52_0_115:notes"/>
          <p:cNvSpPr txBox="1">
            <a:spLocks noGrp="1"/>
          </p:cNvSpPr>
          <p:nvPr>
            <p:ph type="body" idx="1"/>
          </p:nvPr>
        </p:nvSpPr>
        <p:spPr>
          <a:xfrm>
            <a:off x="822950" y="6949425"/>
            <a:ext cx="6583800" cy="6583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g3cf1804cc52_0_115:notes"/>
          <p:cNvSpPr>
            <a:spLocks noGrp="1" noRot="1" noChangeAspect="1"/>
          </p:cNvSpPr>
          <p:nvPr>
            <p:ph type="sldImg" idx="2"/>
          </p:nvPr>
        </p:nvSpPr>
        <p:spPr>
          <a:xfrm>
            <a:off x="1371850" y="1097275"/>
            <a:ext cx="548670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2"/>
        <p:cNvGrpSpPr/>
        <p:nvPr/>
      </p:nvGrpSpPr>
      <p:grpSpPr>
        <a:xfrm>
          <a:off x="0" y="0"/>
          <a:ext cx="0" cy="0"/>
          <a:chOff x="0" y="0"/>
          <a:chExt cx="0" cy="0"/>
        </a:xfrm>
      </p:grpSpPr>
      <p:sp>
        <p:nvSpPr>
          <p:cNvPr id="13" name="Google Shape;13;p10"/>
          <p:cNvSpPr txBox="1">
            <a:spLocks noGrp="1"/>
          </p:cNvSpPr>
          <p:nvPr>
            <p:ph type="title"/>
          </p:nvPr>
        </p:nvSpPr>
        <p:spPr>
          <a:xfrm>
            <a:off x="788669" y="599439"/>
            <a:ext cx="12927330" cy="1989838"/>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0"/>
          <p:cNvSpPr txBox="1">
            <a:spLocks noGrp="1"/>
          </p:cNvSpPr>
          <p:nvPr>
            <p:ph type="body" idx="1"/>
          </p:nvPr>
        </p:nvSpPr>
        <p:spPr>
          <a:xfrm>
            <a:off x="811987" y="2397761"/>
            <a:ext cx="5596128" cy="4520794"/>
          </a:xfrm>
          <a:prstGeom prst="rect">
            <a:avLst/>
          </a:prstGeom>
          <a:noFill/>
          <a:ln>
            <a:noFill/>
          </a:ln>
        </p:spPr>
        <p:txBody>
          <a:bodyPr spcFirstLastPara="1" wrap="square" lIns="91425" tIns="45700" rIns="91425" bIns="45700" anchor="t" anchorCtr="0">
            <a:normAutofit/>
          </a:bodyPr>
          <a:lstStyle>
            <a:lvl1pPr marL="457200" lvl="0" indent="-411480" algn="l">
              <a:lnSpc>
                <a:spcPct val="85000"/>
              </a:lnSpc>
              <a:spcBef>
                <a:spcPts val="1560"/>
              </a:spcBef>
              <a:spcAft>
                <a:spcPts val="0"/>
              </a:spcAft>
              <a:buClr>
                <a:srgbClr val="262626"/>
              </a:buClr>
              <a:buSzPts val="2880"/>
              <a:buChar char=" "/>
              <a:defRPr sz="2880"/>
            </a:lvl1pPr>
            <a:lvl2pPr marL="914400" lvl="1" indent="-381000" algn="l">
              <a:lnSpc>
                <a:spcPct val="85000"/>
              </a:lnSpc>
              <a:spcBef>
                <a:spcPts val="720"/>
              </a:spcBef>
              <a:spcAft>
                <a:spcPts val="0"/>
              </a:spcAft>
              <a:buClr>
                <a:srgbClr val="262626"/>
              </a:buClr>
              <a:buSzPts val="2400"/>
              <a:buChar char=" "/>
              <a:defRPr sz="2400"/>
            </a:lvl2pPr>
            <a:lvl3pPr marL="1371600" lvl="2" indent="-365760" algn="l">
              <a:lnSpc>
                <a:spcPct val="85000"/>
              </a:lnSpc>
              <a:spcBef>
                <a:spcPts val="720"/>
              </a:spcBef>
              <a:spcAft>
                <a:spcPts val="0"/>
              </a:spcAft>
              <a:buClr>
                <a:srgbClr val="262626"/>
              </a:buClr>
              <a:buSzPts val="2160"/>
              <a:buChar char=" "/>
              <a:defRPr sz="2160"/>
            </a:lvl3pPr>
            <a:lvl4pPr marL="1828800" lvl="3" indent="-350519" algn="l">
              <a:lnSpc>
                <a:spcPct val="85000"/>
              </a:lnSpc>
              <a:spcBef>
                <a:spcPts val="720"/>
              </a:spcBef>
              <a:spcAft>
                <a:spcPts val="0"/>
              </a:spcAft>
              <a:buClr>
                <a:srgbClr val="262626"/>
              </a:buClr>
              <a:buSzPts val="1920"/>
              <a:buChar char=" "/>
              <a:defRPr sz="1920"/>
            </a:lvl4pPr>
            <a:lvl5pPr marL="2286000" lvl="4" indent="-350520" algn="l">
              <a:lnSpc>
                <a:spcPct val="85000"/>
              </a:lnSpc>
              <a:spcBef>
                <a:spcPts val="720"/>
              </a:spcBef>
              <a:spcAft>
                <a:spcPts val="0"/>
              </a:spcAft>
              <a:buClr>
                <a:srgbClr val="262626"/>
              </a:buClr>
              <a:buSzPts val="1920"/>
              <a:buChar char=" "/>
              <a:defRPr sz="1920"/>
            </a:lvl5pPr>
            <a:lvl6pPr marL="2743200" lvl="5" indent="-350520" algn="l">
              <a:lnSpc>
                <a:spcPct val="85000"/>
              </a:lnSpc>
              <a:spcBef>
                <a:spcPts val="720"/>
              </a:spcBef>
              <a:spcAft>
                <a:spcPts val="0"/>
              </a:spcAft>
              <a:buClr>
                <a:srgbClr val="262626"/>
              </a:buClr>
              <a:buSzPts val="1920"/>
              <a:buChar char=" "/>
              <a:defRPr sz="1920"/>
            </a:lvl6pPr>
            <a:lvl7pPr marL="3200400" lvl="6" indent="-350520" algn="l">
              <a:lnSpc>
                <a:spcPct val="85000"/>
              </a:lnSpc>
              <a:spcBef>
                <a:spcPts val="720"/>
              </a:spcBef>
              <a:spcAft>
                <a:spcPts val="0"/>
              </a:spcAft>
              <a:buClr>
                <a:srgbClr val="262626"/>
              </a:buClr>
              <a:buSzPts val="1920"/>
              <a:buChar char=" "/>
              <a:defRPr sz="1920"/>
            </a:lvl7pPr>
            <a:lvl8pPr marL="3657600" lvl="7" indent="-350520" algn="l">
              <a:lnSpc>
                <a:spcPct val="85000"/>
              </a:lnSpc>
              <a:spcBef>
                <a:spcPts val="720"/>
              </a:spcBef>
              <a:spcAft>
                <a:spcPts val="0"/>
              </a:spcAft>
              <a:buClr>
                <a:srgbClr val="262626"/>
              </a:buClr>
              <a:buSzPts val="1920"/>
              <a:buChar char=" "/>
              <a:defRPr sz="1920"/>
            </a:lvl8pPr>
            <a:lvl9pPr marL="4114800" lvl="8" indent="-350520" algn="l">
              <a:lnSpc>
                <a:spcPct val="85000"/>
              </a:lnSpc>
              <a:spcBef>
                <a:spcPts val="720"/>
              </a:spcBef>
              <a:spcAft>
                <a:spcPts val="0"/>
              </a:spcAft>
              <a:buClr>
                <a:srgbClr val="262626"/>
              </a:buClr>
              <a:buSzPts val="1920"/>
              <a:buChar char=" "/>
              <a:defRPr sz="1920"/>
            </a:lvl9pPr>
          </a:lstStyle>
          <a:p>
            <a:endParaRPr/>
          </a:p>
        </p:txBody>
      </p:sp>
      <p:sp>
        <p:nvSpPr>
          <p:cNvPr id="15" name="Google Shape;15;p10"/>
          <p:cNvSpPr txBox="1">
            <a:spLocks noGrp="1"/>
          </p:cNvSpPr>
          <p:nvPr>
            <p:ph type="body" idx="2"/>
          </p:nvPr>
        </p:nvSpPr>
        <p:spPr>
          <a:xfrm>
            <a:off x="7213596" y="2397761"/>
            <a:ext cx="5596128" cy="4520794"/>
          </a:xfrm>
          <a:prstGeom prst="rect">
            <a:avLst/>
          </a:prstGeom>
          <a:noFill/>
          <a:ln>
            <a:noFill/>
          </a:ln>
        </p:spPr>
        <p:txBody>
          <a:bodyPr spcFirstLastPara="1" wrap="square" lIns="91425" tIns="45700" rIns="91425" bIns="45700" anchor="t" anchorCtr="0">
            <a:normAutofit/>
          </a:bodyPr>
          <a:lstStyle>
            <a:lvl1pPr marL="457200" lvl="0" indent="-411480" algn="l">
              <a:lnSpc>
                <a:spcPct val="85000"/>
              </a:lnSpc>
              <a:spcBef>
                <a:spcPts val="1560"/>
              </a:spcBef>
              <a:spcAft>
                <a:spcPts val="0"/>
              </a:spcAft>
              <a:buClr>
                <a:srgbClr val="262626"/>
              </a:buClr>
              <a:buSzPts val="2880"/>
              <a:buChar char=" "/>
              <a:defRPr sz="2880"/>
            </a:lvl1pPr>
            <a:lvl2pPr marL="914400" lvl="1" indent="-381000" algn="l">
              <a:lnSpc>
                <a:spcPct val="85000"/>
              </a:lnSpc>
              <a:spcBef>
                <a:spcPts val="720"/>
              </a:spcBef>
              <a:spcAft>
                <a:spcPts val="0"/>
              </a:spcAft>
              <a:buClr>
                <a:srgbClr val="262626"/>
              </a:buClr>
              <a:buSzPts val="2400"/>
              <a:buChar char=" "/>
              <a:defRPr sz="2400"/>
            </a:lvl2pPr>
            <a:lvl3pPr marL="1371600" lvl="2" indent="-365760" algn="l">
              <a:lnSpc>
                <a:spcPct val="85000"/>
              </a:lnSpc>
              <a:spcBef>
                <a:spcPts val="720"/>
              </a:spcBef>
              <a:spcAft>
                <a:spcPts val="0"/>
              </a:spcAft>
              <a:buClr>
                <a:srgbClr val="262626"/>
              </a:buClr>
              <a:buSzPts val="2160"/>
              <a:buChar char=" "/>
              <a:defRPr sz="2160"/>
            </a:lvl3pPr>
            <a:lvl4pPr marL="1828800" lvl="3" indent="-350519" algn="l">
              <a:lnSpc>
                <a:spcPct val="85000"/>
              </a:lnSpc>
              <a:spcBef>
                <a:spcPts val="720"/>
              </a:spcBef>
              <a:spcAft>
                <a:spcPts val="0"/>
              </a:spcAft>
              <a:buClr>
                <a:srgbClr val="262626"/>
              </a:buClr>
              <a:buSzPts val="1920"/>
              <a:buChar char=" "/>
              <a:defRPr sz="1920"/>
            </a:lvl4pPr>
            <a:lvl5pPr marL="2286000" lvl="4" indent="-350520" algn="l">
              <a:lnSpc>
                <a:spcPct val="85000"/>
              </a:lnSpc>
              <a:spcBef>
                <a:spcPts val="720"/>
              </a:spcBef>
              <a:spcAft>
                <a:spcPts val="0"/>
              </a:spcAft>
              <a:buClr>
                <a:srgbClr val="262626"/>
              </a:buClr>
              <a:buSzPts val="1920"/>
              <a:buChar char=" "/>
              <a:defRPr sz="1920"/>
            </a:lvl5pPr>
            <a:lvl6pPr marL="2743200" lvl="5" indent="-350520" algn="l">
              <a:lnSpc>
                <a:spcPct val="85000"/>
              </a:lnSpc>
              <a:spcBef>
                <a:spcPts val="720"/>
              </a:spcBef>
              <a:spcAft>
                <a:spcPts val="0"/>
              </a:spcAft>
              <a:buClr>
                <a:srgbClr val="262626"/>
              </a:buClr>
              <a:buSzPts val="1920"/>
              <a:buChar char=" "/>
              <a:defRPr sz="1920"/>
            </a:lvl6pPr>
            <a:lvl7pPr marL="3200400" lvl="6" indent="-350520" algn="l">
              <a:lnSpc>
                <a:spcPct val="85000"/>
              </a:lnSpc>
              <a:spcBef>
                <a:spcPts val="720"/>
              </a:spcBef>
              <a:spcAft>
                <a:spcPts val="0"/>
              </a:spcAft>
              <a:buClr>
                <a:srgbClr val="262626"/>
              </a:buClr>
              <a:buSzPts val="1920"/>
              <a:buChar char=" "/>
              <a:defRPr sz="1920"/>
            </a:lvl7pPr>
            <a:lvl8pPr marL="3657600" lvl="7" indent="-350520" algn="l">
              <a:lnSpc>
                <a:spcPct val="85000"/>
              </a:lnSpc>
              <a:spcBef>
                <a:spcPts val="720"/>
              </a:spcBef>
              <a:spcAft>
                <a:spcPts val="0"/>
              </a:spcAft>
              <a:buClr>
                <a:srgbClr val="262626"/>
              </a:buClr>
              <a:buSzPts val="1920"/>
              <a:buChar char=" "/>
              <a:defRPr sz="1920"/>
            </a:lvl8pPr>
            <a:lvl9pPr marL="4114800" lvl="8" indent="-350520" algn="l">
              <a:lnSpc>
                <a:spcPct val="85000"/>
              </a:lnSpc>
              <a:spcBef>
                <a:spcPts val="720"/>
              </a:spcBef>
              <a:spcAft>
                <a:spcPts val="0"/>
              </a:spcAft>
              <a:buClr>
                <a:srgbClr val="262626"/>
              </a:buClr>
              <a:buSzPts val="1920"/>
              <a:buChar char=" "/>
              <a:defRPr sz="1920"/>
            </a:lvl9pPr>
          </a:lstStyle>
          <a:p>
            <a:endParaRPr/>
          </a:p>
        </p:txBody>
      </p:sp>
      <p:sp>
        <p:nvSpPr>
          <p:cNvPr id="16" name="Google Shape;16;p10"/>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0"/>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0"/>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9"/>
        <p:cNvGrpSpPr/>
        <p:nvPr/>
      </p:nvGrpSpPr>
      <p:grpSpPr>
        <a:xfrm>
          <a:off x="0" y="0"/>
          <a:ext cx="0" cy="0"/>
          <a:chOff x="0" y="0"/>
          <a:chExt cx="0" cy="0"/>
        </a:xfrm>
      </p:grpSpPr>
      <p:sp>
        <p:nvSpPr>
          <p:cNvPr id="20" name="Google Shape;20;p11"/>
          <p:cNvSpPr txBox="1">
            <a:spLocks noGrp="1"/>
          </p:cNvSpPr>
          <p:nvPr>
            <p:ph type="title"/>
          </p:nvPr>
        </p:nvSpPr>
        <p:spPr>
          <a:xfrm>
            <a:off x="788669" y="599439"/>
            <a:ext cx="12927330" cy="1989838"/>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1"/>
          <p:cNvSpPr txBox="1">
            <a:spLocks noGrp="1"/>
          </p:cNvSpPr>
          <p:nvPr>
            <p:ph type="body" idx="1"/>
          </p:nvPr>
        </p:nvSpPr>
        <p:spPr>
          <a:xfrm>
            <a:off x="811988" y="2414017"/>
            <a:ext cx="12904470" cy="4519422"/>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1560"/>
              </a:spcBef>
              <a:spcAft>
                <a:spcPts val="0"/>
              </a:spcAft>
              <a:buClr>
                <a:srgbClr val="262626"/>
              </a:buClr>
              <a:buSzPts val="1800"/>
              <a:buChar char=" "/>
              <a:defRPr/>
            </a:lvl1pPr>
            <a:lvl2pPr marL="914400" lvl="1" indent="-342900" algn="l">
              <a:lnSpc>
                <a:spcPct val="85000"/>
              </a:lnSpc>
              <a:spcBef>
                <a:spcPts val="720"/>
              </a:spcBef>
              <a:spcAft>
                <a:spcPts val="0"/>
              </a:spcAft>
              <a:buClr>
                <a:srgbClr val="262626"/>
              </a:buClr>
              <a:buSzPts val="1800"/>
              <a:buChar char=" "/>
              <a:defRPr/>
            </a:lvl2pPr>
            <a:lvl3pPr marL="1371600" lvl="2" indent="-342900" algn="l">
              <a:lnSpc>
                <a:spcPct val="85000"/>
              </a:lnSpc>
              <a:spcBef>
                <a:spcPts val="720"/>
              </a:spcBef>
              <a:spcAft>
                <a:spcPts val="0"/>
              </a:spcAft>
              <a:buClr>
                <a:srgbClr val="262626"/>
              </a:buClr>
              <a:buSzPts val="1800"/>
              <a:buChar char=" "/>
              <a:defRPr/>
            </a:lvl3pPr>
            <a:lvl4pPr marL="1828800" lvl="3" indent="-342900" algn="l">
              <a:lnSpc>
                <a:spcPct val="85000"/>
              </a:lnSpc>
              <a:spcBef>
                <a:spcPts val="720"/>
              </a:spcBef>
              <a:spcAft>
                <a:spcPts val="0"/>
              </a:spcAft>
              <a:buClr>
                <a:srgbClr val="262626"/>
              </a:buClr>
              <a:buSzPts val="1800"/>
              <a:buChar char=" "/>
              <a:defRPr/>
            </a:lvl4pPr>
            <a:lvl5pPr marL="2286000" lvl="4" indent="-342900" algn="l">
              <a:lnSpc>
                <a:spcPct val="85000"/>
              </a:lnSpc>
              <a:spcBef>
                <a:spcPts val="720"/>
              </a:spcBef>
              <a:spcAft>
                <a:spcPts val="0"/>
              </a:spcAft>
              <a:buClr>
                <a:srgbClr val="262626"/>
              </a:buClr>
              <a:buSzPts val="1800"/>
              <a:buChar char=" "/>
              <a:defRPr/>
            </a:lvl5pPr>
            <a:lvl6pPr marL="2743200" lvl="5" indent="-342900" algn="l">
              <a:lnSpc>
                <a:spcPct val="85000"/>
              </a:lnSpc>
              <a:spcBef>
                <a:spcPts val="720"/>
              </a:spcBef>
              <a:spcAft>
                <a:spcPts val="0"/>
              </a:spcAft>
              <a:buClr>
                <a:srgbClr val="262626"/>
              </a:buClr>
              <a:buSzPts val="1800"/>
              <a:buChar char=" "/>
              <a:defRPr/>
            </a:lvl6pPr>
            <a:lvl7pPr marL="3200400" lvl="6" indent="-342900" algn="l">
              <a:lnSpc>
                <a:spcPct val="85000"/>
              </a:lnSpc>
              <a:spcBef>
                <a:spcPts val="720"/>
              </a:spcBef>
              <a:spcAft>
                <a:spcPts val="0"/>
              </a:spcAft>
              <a:buClr>
                <a:srgbClr val="262626"/>
              </a:buClr>
              <a:buSzPts val="1800"/>
              <a:buChar char=" "/>
              <a:defRPr/>
            </a:lvl7pPr>
            <a:lvl8pPr marL="3657600" lvl="7" indent="-342900" algn="l">
              <a:lnSpc>
                <a:spcPct val="85000"/>
              </a:lnSpc>
              <a:spcBef>
                <a:spcPts val="720"/>
              </a:spcBef>
              <a:spcAft>
                <a:spcPts val="0"/>
              </a:spcAft>
              <a:buClr>
                <a:srgbClr val="262626"/>
              </a:buClr>
              <a:buSzPts val="1800"/>
              <a:buChar char=" "/>
              <a:defRPr/>
            </a:lvl8pPr>
            <a:lvl9pPr marL="4114800" lvl="8" indent="-342900" algn="l">
              <a:lnSpc>
                <a:spcPct val="85000"/>
              </a:lnSpc>
              <a:spcBef>
                <a:spcPts val="720"/>
              </a:spcBef>
              <a:spcAft>
                <a:spcPts val="0"/>
              </a:spcAft>
              <a:buClr>
                <a:srgbClr val="262626"/>
              </a:buClr>
              <a:buSzPts val="1800"/>
              <a:buChar char=" "/>
              <a:defRPr/>
            </a:lvl9pPr>
          </a:lstStyle>
          <a:p>
            <a:endParaRPr/>
          </a:p>
        </p:txBody>
      </p:sp>
      <p:sp>
        <p:nvSpPr>
          <p:cNvPr id="22" name="Google Shape;22;p11"/>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1"/>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1"/>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25"/>
        <p:cNvGrpSpPr/>
        <p:nvPr/>
      </p:nvGrpSpPr>
      <p:grpSpPr>
        <a:xfrm>
          <a:off x="0" y="0"/>
          <a:ext cx="0" cy="0"/>
          <a:chOff x="0" y="0"/>
          <a:chExt cx="0" cy="0"/>
        </a:xfrm>
      </p:grpSpPr>
      <p:sp>
        <p:nvSpPr>
          <p:cNvPr id="26" name="Google Shape;26;p12"/>
          <p:cNvSpPr/>
          <p:nvPr/>
        </p:nvSpPr>
        <p:spPr>
          <a:xfrm>
            <a:off x="0" y="0"/>
            <a:ext cx="14630400" cy="8229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12"/>
          <p:cNvSpPr txBox="1">
            <a:spLocks noGrp="1"/>
          </p:cNvSpPr>
          <p:nvPr>
            <p:ph type="ctrTitle"/>
          </p:nvPr>
        </p:nvSpPr>
        <p:spPr>
          <a:xfrm>
            <a:off x="724205" y="924560"/>
            <a:ext cx="12938760" cy="4023360"/>
          </a:xfrm>
          <a:prstGeom prst="rect">
            <a:avLst/>
          </a:prstGeom>
          <a:noFill/>
          <a:ln>
            <a:noFill/>
          </a:ln>
        </p:spPr>
        <p:txBody>
          <a:bodyPr spcFirstLastPara="1" wrap="square" lIns="91425" tIns="45700" rIns="91425" bIns="45700" anchor="b" anchorCtr="0">
            <a:noAutofit/>
          </a:bodyPr>
          <a:lstStyle>
            <a:lvl1pPr lvl="0" algn="l">
              <a:lnSpc>
                <a:spcPct val="80000"/>
              </a:lnSpc>
              <a:spcBef>
                <a:spcPts val="0"/>
              </a:spcBef>
              <a:spcAft>
                <a:spcPts val="0"/>
              </a:spcAft>
              <a:buClr>
                <a:srgbClr val="FFFFFF"/>
              </a:buClr>
              <a:buSzPts val="10560"/>
              <a:buFont typeface="Century Gothic"/>
              <a:buNone/>
              <a:defRPr sz="1056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2"/>
          <p:cNvSpPr txBox="1">
            <a:spLocks noGrp="1"/>
          </p:cNvSpPr>
          <p:nvPr>
            <p:ph type="subTitle" idx="1"/>
          </p:nvPr>
        </p:nvSpPr>
        <p:spPr>
          <a:xfrm>
            <a:off x="801015" y="5048251"/>
            <a:ext cx="11073841" cy="1975104"/>
          </a:xfrm>
          <a:prstGeom prst="rect">
            <a:avLst/>
          </a:prstGeom>
          <a:noFill/>
          <a:ln>
            <a:noFill/>
          </a:ln>
        </p:spPr>
        <p:txBody>
          <a:bodyPr spcFirstLastPara="1" wrap="square" lIns="91425" tIns="45700" rIns="91425" bIns="45700" anchor="t" anchorCtr="0">
            <a:normAutofit/>
          </a:bodyPr>
          <a:lstStyle>
            <a:lvl1pPr lvl="0" algn="l">
              <a:lnSpc>
                <a:spcPct val="85000"/>
              </a:lnSpc>
              <a:spcBef>
                <a:spcPts val="1560"/>
              </a:spcBef>
              <a:spcAft>
                <a:spcPts val="0"/>
              </a:spcAft>
              <a:buClr>
                <a:schemeClr val="lt1"/>
              </a:buClr>
              <a:buSzPts val="3840"/>
              <a:buNone/>
              <a:defRPr sz="3840">
                <a:solidFill>
                  <a:schemeClr val="lt1"/>
                </a:solidFill>
                <a:latin typeface="Century Gothic"/>
                <a:ea typeface="Century Gothic"/>
                <a:cs typeface="Century Gothic"/>
                <a:sym typeface="Century Gothic"/>
              </a:defRPr>
            </a:lvl1pPr>
            <a:lvl2pPr lvl="1" algn="ctr">
              <a:lnSpc>
                <a:spcPct val="85000"/>
              </a:lnSpc>
              <a:spcBef>
                <a:spcPts val="720"/>
              </a:spcBef>
              <a:spcAft>
                <a:spcPts val="0"/>
              </a:spcAft>
              <a:buClr>
                <a:srgbClr val="262626"/>
              </a:buClr>
              <a:buSzPts val="3360"/>
              <a:buNone/>
              <a:defRPr sz="3359"/>
            </a:lvl2pPr>
            <a:lvl3pPr lvl="2" algn="ctr">
              <a:lnSpc>
                <a:spcPct val="85000"/>
              </a:lnSpc>
              <a:spcBef>
                <a:spcPts val="720"/>
              </a:spcBef>
              <a:spcAft>
                <a:spcPts val="0"/>
              </a:spcAft>
              <a:buClr>
                <a:srgbClr val="262626"/>
              </a:buClr>
              <a:buSzPts val="2880"/>
              <a:buNone/>
              <a:defRPr sz="2880"/>
            </a:lvl3pPr>
            <a:lvl4pPr lvl="3" algn="ctr">
              <a:lnSpc>
                <a:spcPct val="85000"/>
              </a:lnSpc>
              <a:spcBef>
                <a:spcPts val="720"/>
              </a:spcBef>
              <a:spcAft>
                <a:spcPts val="0"/>
              </a:spcAft>
              <a:buClr>
                <a:srgbClr val="262626"/>
              </a:buClr>
              <a:buSzPts val="2400"/>
              <a:buNone/>
              <a:defRPr sz="2400"/>
            </a:lvl4pPr>
            <a:lvl5pPr lvl="4" algn="ctr">
              <a:lnSpc>
                <a:spcPct val="85000"/>
              </a:lnSpc>
              <a:spcBef>
                <a:spcPts val="720"/>
              </a:spcBef>
              <a:spcAft>
                <a:spcPts val="0"/>
              </a:spcAft>
              <a:buClr>
                <a:srgbClr val="262626"/>
              </a:buClr>
              <a:buSzPts val="2400"/>
              <a:buNone/>
              <a:defRPr sz="2400"/>
            </a:lvl5pPr>
            <a:lvl6pPr lvl="5" algn="ctr">
              <a:lnSpc>
                <a:spcPct val="85000"/>
              </a:lnSpc>
              <a:spcBef>
                <a:spcPts val="720"/>
              </a:spcBef>
              <a:spcAft>
                <a:spcPts val="0"/>
              </a:spcAft>
              <a:buClr>
                <a:srgbClr val="262626"/>
              </a:buClr>
              <a:buSzPts val="2400"/>
              <a:buNone/>
              <a:defRPr sz="2400"/>
            </a:lvl6pPr>
            <a:lvl7pPr lvl="6" algn="ctr">
              <a:lnSpc>
                <a:spcPct val="85000"/>
              </a:lnSpc>
              <a:spcBef>
                <a:spcPts val="720"/>
              </a:spcBef>
              <a:spcAft>
                <a:spcPts val="0"/>
              </a:spcAft>
              <a:buClr>
                <a:srgbClr val="262626"/>
              </a:buClr>
              <a:buSzPts val="2400"/>
              <a:buNone/>
              <a:defRPr sz="2400"/>
            </a:lvl7pPr>
            <a:lvl8pPr lvl="7" algn="ctr">
              <a:lnSpc>
                <a:spcPct val="85000"/>
              </a:lnSpc>
              <a:spcBef>
                <a:spcPts val="720"/>
              </a:spcBef>
              <a:spcAft>
                <a:spcPts val="0"/>
              </a:spcAft>
              <a:buClr>
                <a:srgbClr val="262626"/>
              </a:buClr>
              <a:buSzPts val="2400"/>
              <a:buNone/>
              <a:defRPr sz="2400"/>
            </a:lvl8pPr>
            <a:lvl9pPr lvl="8" algn="ctr">
              <a:lnSpc>
                <a:spcPct val="85000"/>
              </a:lnSpc>
              <a:spcBef>
                <a:spcPts val="720"/>
              </a:spcBef>
              <a:spcAft>
                <a:spcPts val="0"/>
              </a:spcAft>
              <a:buClr>
                <a:srgbClr val="262626"/>
              </a:buClr>
              <a:buSzPts val="2400"/>
              <a:buNone/>
              <a:defRPr sz="2400"/>
            </a:lvl9pPr>
          </a:lstStyle>
          <a:p>
            <a:endParaRPr/>
          </a:p>
        </p:txBody>
      </p:sp>
      <p:sp>
        <p:nvSpPr>
          <p:cNvPr id="29" name="Google Shape;29;p12"/>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2"/>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2360" b="0">
                <a:solidFill>
                  <a:srgbClr val="FFFFFF"/>
                </a:solidFill>
                <a:latin typeface="Century Gothic"/>
                <a:ea typeface="Century Gothic"/>
                <a:cs typeface="Century Gothic"/>
                <a:sym typeface="Century Gothic"/>
              </a:defRPr>
            </a:lvl1pPr>
            <a:lvl2pPr marL="0" lvl="1" indent="0" algn="r">
              <a:spcBef>
                <a:spcPts val="0"/>
              </a:spcBef>
              <a:buNone/>
              <a:defRPr sz="12360" b="0">
                <a:solidFill>
                  <a:srgbClr val="FFFFFF"/>
                </a:solidFill>
                <a:latin typeface="Century Gothic"/>
                <a:ea typeface="Century Gothic"/>
                <a:cs typeface="Century Gothic"/>
                <a:sym typeface="Century Gothic"/>
              </a:defRPr>
            </a:lvl2pPr>
            <a:lvl3pPr marL="0" lvl="2" indent="0" algn="r">
              <a:spcBef>
                <a:spcPts val="0"/>
              </a:spcBef>
              <a:buNone/>
              <a:defRPr sz="12360" b="0">
                <a:solidFill>
                  <a:srgbClr val="FFFFFF"/>
                </a:solidFill>
                <a:latin typeface="Century Gothic"/>
                <a:ea typeface="Century Gothic"/>
                <a:cs typeface="Century Gothic"/>
                <a:sym typeface="Century Gothic"/>
              </a:defRPr>
            </a:lvl3pPr>
            <a:lvl4pPr marL="0" lvl="3" indent="0" algn="r">
              <a:spcBef>
                <a:spcPts val="0"/>
              </a:spcBef>
              <a:buNone/>
              <a:defRPr sz="12360" b="0">
                <a:solidFill>
                  <a:srgbClr val="FFFFFF"/>
                </a:solidFill>
                <a:latin typeface="Century Gothic"/>
                <a:ea typeface="Century Gothic"/>
                <a:cs typeface="Century Gothic"/>
                <a:sym typeface="Century Gothic"/>
              </a:defRPr>
            </a:lvl4pPr>
            <a:lvl5pPr marL="0" lvl="4" indent="0" algn="r">
              <a:spcBef>
                <a:spcPts val="0"/>
              </a:spcBef>
              <a:buNone/>
              <a:defRPr sz="12360" b="0">
                <a:solidFill>
                  <a:srgbClr val="FFFFFF"/>
                </a:solidFill>
                <a:latin typeface="Century Gothic"/>
                <a:ea typeface="Century Gothic"/>
                <a:cs typeface="Century Gothic"/>
                <a:sym typeface="Century Gothic"/>
              </a:defRPr>
            </a:lvl5pPr>
            <a:lvl6pPr marL="0" lvl="5" indent="0" algn="r">
              <a:spcBef>
                <a:spcPts val="0"/>
              </a:spcBef>
              <a:buNone/>
              <a:defRPr sz="12360" b="0">
                <a:solidFill>
                  <a:srgbClr val="FFFFFF"/>
                </a:solidFill>
                <a:latin typeface="Century Gothic"/>
                <a:ea typeface="Century Gothic"/>
                <a:cs typeface="Century Gothic"/>
                <a:sym typeface="Century Gothic"/>
              </a:defRPr>
            </a:lvl6pPr>
            <a:lvl7pPr marL="0" lvl="6" indent="0" algn="r">
              <a:spcBef>
                <a:spcPts val="0"/>
              </a:spcBef>
              <a:buNone/>
              <a:defRPr sz="12360" b="0">
                <a:solidFill>
                  <a:srgbClr val="FFFFFF"/>
                </a:solidFill>
                <a:latin typeface="Century Gothic"/>
                <a:ea typeface="Century Gothic"/>
                <a:cs typeface="Century Gothic"/>
                <a:sym typeface="Century Gothic"/>
              </a:defRPr>
            </a:lvl7pPr>
            <a:lvl8pPr marL="0" lvl="7" indent="0" algn="r">
              <a:spcBef>
                <a:spcPts val="0"/>
              </a:spcBef>
              <a:buNone/>
              <a:defRPr sz="12360" b="0">
                <a:solidFill>
                  <a:srgbClr val="FFFFFF"/>
                </a:solidFill>
                <a:latin typeface="Century Gothic"/>
                <a:ea typeface="Century Gothic"/>
                <a:cs typeface="Century Gothic"/>
                <a:sym typeface="Century Gothic"/>
              </a:defRPr>
            </a:lvl8pPr>
            <a:lvl9pPr marL="0" lvl="8" indent="0" algn="r">
              <a:spcBef>
                <a:spcPts val="0"/>
              </a:spcBef>
              <a:buNone/>
              <a:defRPr sz="12360" b="0">
                <a:solidFill>
                  <a:srgbClr val="FF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13"/>
          <p:cNvSpPr txBox="1">
            <a:spLocks noGrp="1"/>
          </p:cNvSpPr>
          <p:nvPr>
            <p:ph type="title"/>
          </p:nvPr>
        </p:nvSpPr>
        <p:spPr>
          <a:xfrm>
            <a:off x="724205" y="920903"/>
            <a:ext cx="12936931" cy="4027018"/>
          </a:xfrm>
          <a:prstGeom prst="rect">
            <a:avLst/>
          </a:prstGeom>
          <a:noFill/>
          <a:ln>
            <a:noFill/>
          </a:ln>
        </p:spPr>
        <p:txBody>
          <a:bodyPr spcFirstLastPara="1" wrap="square" lIns="91425" tIns="45700" rIns="91425" bIns="45700" anchor="b" anchorCtr="0">
            <a:normAutofit/>
          </a:bodyPr>
          <a:lstStyle>
            <a:lvl1pPr lvl="0" algn="l">
              <a:lnSpc>
                <a:spcPct val="80000"/>
              </a:lnSpc>
              <a:spcBef>
                <a:spcPts val="0"/>
              </a:spcBef>
              <a:spcAft>
                <a:spcPts val="0"/>
              </a:spcAft>
              <a:buClr>
                <a:schemeClr val="accent1"/>
              </a:buClr>
              <a:buSzPts val="10560"/>
              <a:buFont typeface="Century Gothic"/>
              <a:buNone/>
              <a:defRPr sz="1056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3"/>
          <p:cNvSpPr txBox="1">
            <a:spLocks noGrp="1"/>
          </p:cNvSpPr>
          <p:nvPr>
            <p:ph type="body" idx="1"/>
          </p:nvPr>
        </p:nvSpPr>
        <p:spPr>
          <a:xfrm>
            <a:off x="801015" y="5045051"/>
            <a:ext cx="11071555" cy="1975104"/>
          </a:xfrm>
          <a:prstGeom prst="rect">
            <a:avLst/>
          </a:prstGeom>
          <a:noFill/>
          <a:ln>
            <a:noFill/>
          </a:ln>
        </p:spPr>
        <p:txBody>
          <a:bodyPr spcFirstLastPara="1" wrap="square" lIns="91425" tIns="45700" rIns="91425" bIns="45700" anchor="t" anchorCtr="0">
            <a:normAutofit/>
          </a:bodyPr>
          <a:lstStyle>
            <a:lvl1pPr marL="457200" lvl="0" indent="-228600" algn="l">
              <a:lnSpc>
                <a:spcPct val="85000"/>
              </a:lnSpc>
              <a:spcBef>
                <a:spcPts val="1560"/>
              </a:spcBef>
              <a:spcAft>
                <a:spcPts val="0"/>
              </a:spcAft>
              <a:buClr>
                <a:schemeClr val="dk1"/>
              </a:buClr>
              <a:buSzPts val="3840"/>
              <a:buNone/>
              <a:defRPr sz="3840">
                <a:solidFill>
                  <a:schemeClr val="dk1"/>
                </a:solidFill>
                <a:latin typeface="Century Gothic"/>
                <a:ea typeface="Century Gothic"/>
                <a:cs typeface="Century Gothic"/>
                <a:sym typeface="Century Gothic"/>
              </a:defRPr>
            </a:lvl1pPr>
            <a:lvl2pPr marL="914400" lvl="1" indent="-228600" algn="l">
              <a:lnSpc>
                <a:spcPct val="85000"/>
              </a:lnSpc>
              <a:spcBef>
                <a:spcPts val="720"/>
              </a:spcBef>
              <a:spcAft>
                <a:spcPts val="0"/>
              </a:spcAft>
              <a:buClr>
                <a:srgbClr val="888888"/>
              </a:buClr>
              <a:buSzPts val="2160"/>
              <a:buNone/>
              <a:defRPr sz="2160">
                <a:solidFill>
                  <a:srgbClr val="888888"/>
                </a:solidFill>
              </a:defRPr>
            </a:lvl2pPr>
            <a:lvl3pPr marL="1371600" lvl="2" indent="-228600" algn="l">
              <a:lnSpc>
                <a:spcPct val="85000"/>
              </a:lnSpc>
              <a:spcBef>
                <a:spcPts val="720"/>
              </a:spcBef>
              <a:spcAft>
                <a:spcPts val="0"/>
              </a:spcAft>
              <a:buClr>
                <a:srgbClr val="888888"/>
              </a:buClr>
              <a:buSzPts val="1920"/>
              <a:buNone/>
              <a:defRPr sz="1920">
                <a:solidFill>
                  <a:srgbClr val="888888"/>
                </a:solidFill>
              </a:defRPr>
            </a:lvl3pPr>
            <a:lvl4pPr marL="1828800" lvl="3" indent="-228600" algn="l">
              <a:lnSpc>
                <a:spcPct val="85000"/>
              </a:lnSpc>
              <a:spcBef>
                <a:spcPts val="720"/>
              </a:spcBef>
              <a:spcAft>
                <a:spcPts val="0"/>
              </a:spcAft>
              <a:buClr>
                <a:srgbClr val="888888"/>
              </a:buClr>
              <a:buSzPts val="1680"/>
              <a:buNone/>
              <a:defRPr sz="1679">
                <a:solidFill>
                  <a:srgbClr val="888888"/>
                </a:solidFill>
              </a:defRPr>
            </a:lvl4pPr>
            <a:lvl5pPr marL="2286000" lvl="4" indent="-228600" algn="l">
              <a:lnSpc>
                <a:spcPct val="85000"/>
              </a:lnSpc>
              <a:spcBef>
                <a:spcPts val="720"/>
              </a:spcBef>
              <a:spcAft>
                <a:spcPts val="0"/>
              </a:spcAft>
              <a:buClr>
                <a:srgbClr val="888888"/>
              </a:buClr>
              <a:buSzPts val="1680"/>
              <a:buNone/>
              <a:defRPr sz="1679">
                <a:solidFill>
                  <a:srgbClr val="888888"/>
                </a:solidFill>
              </a:defRPr>
            </a:lvl5pPr>
            <a:lvl6pPr marL="2743200" lvl="5" indent="-228600" algn="l">
              <a:lnSpc>
                <a:spcPct val="85000"/>
              </a:lnSpc>
              <a:spcBef>
                <a:spcPts val="720"/>
              </a:spcBef>
              <a:spcAft>
                <a:spcPts val="0"/>
              </a:spcAft>
              <a:buClr>
                <a:srgbClr val="888888"/>
              </a:buClr>
              <a:buSzPts val="1680"/>
              <a:buNone/>
              <a:defRPr sz="1679">
                <a:solidFill>
                  <a:srgbClr val="888888"/>
                </a:solidFill>
              </a:defRPr>
            </a:lvl6pPr>
            <a:lvl7pPr marL="3200400" lvl="6" indent="-228600" algn="l">
              <a:lnSpc>
                <a:spcPct val="85000"/>
              </a:lnSpc>
              <a:spcBef>
                <a:spcPts val="720"/>
              </a:spcBef>
              <a:spcAft>
                <a:spcPts val="0"/>
              </a:spcAft>
              <a:buClr>
                <a:srgbClr val="888888"/>
              </a:buClr>
              <a:buSzPts val="1680"/>
              <a:buNone/>
              <a:defRPr sz="1679">
                <a:solidFill>
                  <a:srgbClr val="888888"/>
                </a:solidFill>
              </a:defRPr>
            </a:lvl7pPr>
            <a:lvl8pPr marL="3657600" lvl="7" indent="-228600" algn="l">
              <a:lnSpc>
                <a:spcPct val="85000"/>
              </a:lnSpc>
              <a:spcBef>
                <a:spcPts val="720"/>
              </a:spcBef>
              <a:spcAft>
                <a:spcPts val="0"/>
              </a:spcAft>
              <a:buClr>
                <a:srgbClr val="888888"/>
              </a:buClr>
              <a:buSzPts val="1680"/>
              <a:buNone/>
              <a:defRPr sz="1679">
                <a:solidFill>
                  <a:srgbClr val="888888"/>
                </a:solidFill>
              </a:defRPr>
            </a:lvl8pPr>
            <a:lvl9pPr marL="4114800" lvl="8" indent="-228600" algn="l">
              <a:lnSpc>
                <a:spcPct val="85000"/>
              </a:lnSpc>
              <a:spcBef>
                <a:spcPts val="720"/>
              </a:spcBef>
              <a:spcAft>
                <a:spcPts val="0"/>
              </a:spcAft>
              <a:buClr>
                <a:srgbClr val="888888"/>
              </a:buClr>
              <a:buSzPts val="1680"/>
              <a:buNone/>
              <a:defRPr sz="1679">
                <a:solidFill>
                  <a:srgbClr val="888888"/>
                </a:solidFill>
              </a:defRPr>
            </a:lvl9pPr>
          </a:lstStyle>
          <a:p>
            <a:endParaRPr/>
          </a:p>
        </p:txBody>
      </p:sp>
      <p:sp>
        <p:nvSpPr>
          <p:cNvPr id="35" name="Google Shape;35;p13"/>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3"/>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3"/>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8"/>
        <p:cNvGrpSpPr/>
        <p:nvPr/>
      </p:nvGrpSpPr>
      <p:grpSpPr>
        <a:xfrm>
          <a:off x="0" y="0"/>
          <a:ext cx="0" cy="0"/>
          <a:chOff x="0" y="0"/>
          <a:chExt cx="0" cy="0"/>
        </a:xfrm>
      </p:grpSpPr>
      <p:sp>
        <p:nvSpPr>
          <p:cNvPr id="39" name="Google Shape;39;p14"/>
          <p:cNvSpPr txBox="1">
            <a:spLocks noGrp="1"/>
          </p:cNvSpPr>
          <p:nvPr>
            <p:ph type="title"/>
          </p:nvPr>
        </p:nvSpPr>
        <p:spPr>
          <a:xfrm>
            <a:off x="788669" y="599439"/>
            <a:ext cx="12927330" cy="1989838"/>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4"/>
          <p:cNvSpPr txBox="1">
            <a:spLocks noGrp="1"/>
          </p:cNvSpPr>
          <p:nvPr>
            <p:ph type="body" idx="1"/>
          </p:nvPr>
        </p:nvSpPr>
        <p:spPr>
          <a:xfrm>
            <a:off x="811987" y="2448560"/>
            <a:ext cx="5596128" cy="868080"/>
          </a:xfrm>
          <a:prstGeom prst="rect">
            <a:avLst/>
          </a:prstGeom>
          <a:noFill/>
          <a:ln>
            <a:noFill/>
          </a:ln>
        </p:spPr>
        <p:txBody>
          <a:bodyPr spcFirstLastPara="1" wrap="square" lIns="91425" tIns="45700" rIns="91425" bIns="45700" anchor="ctr" anchorCtr="0">
            <a:normAutofit/>
          </a:bodyPr>
          <a:lstStyle>
            <a:lvl1pPr marL="457200" lvl="0" indent="-228600" algn="l">
              <a:lnSpc>
                <a:spcPct val="85000"/>
              </a:lnSpc>
              <a:spcBef>
                <a:spcPts val="1560"/>
              </a:spcBef>
              <a:spcAft>
                <a:spcPts val="0"/>
              </a:spcAft>
              <a:buClr>
                <a:srgbClr val="262626"/>
              </a:buClr>
              <a:buSzPts val="2640"/>
              <a:buNone/>
              <a:defRPr sz="2640" b="0" cap="none">
                <a:solidFill>
                  <a:srgbClr val="262626"/>
                </a:solidFill>
                <a:latin typeface="Century Gothic"/>
                <a:ea typeface="Century Gothic"/>
                <a:cs typeface="Century Gothic"/>
                <a:sym typeface="Century Gothic"/>
              </a:defRPr>
            </a:lvl1pPr>
            <a:lvl2pPr marL="914400" lvl="1" indent="-228600" algn="l">
              <a:lnSpc>
                <a:spcPct val="85000"/>
              </a:lnSpc>
              <a:spcBef>
                <a:spcPts val="720"/>
              </a:spcBef>
              <a:spcAft>
                <a:spcPts val="0"/>
              </a:spcAft>
              <a:buClr>
                <a:srgbClr val="262626"/>
              </a:buClr>
              <a:buSzPts val="2400"/>
              <a:buNone/>
              <a:defRPr sz="2400" b="1"/>
            </a:lvl2pPr>
            <a:lvl3pPr marL="1371600" lvl="2" indent="-228600" algn="l">
              <a:lnSpc>
                <a:spcPct val="85000"/>
              </a:lnSpc>
              <a:spcBef>
                <a:spcPts val="720"/>
              </a:spcBef>
              <a:spcAft>
                <a:spcPts val="0"/>
              </a:spcAft>
              <a:buClr>
                <a:srgbClr val="262626"/>
              </a:buClr>
              <a:buSzPts val="2160"/>
              <a:buNone/>
              <a:defRPr sz="2160" b="1"/>
            </a:lvl3pPr>
            <a:lvl4pPr marL="1828800" lvl="3" indent="-228600" algn="l">
              <a:lnSpc>
                <a:spcPct val="85000"/>
              </a:lnSpc>
              <a:spcBef>
                <a:spcPts val="720"/>
              </a:spcBef>
              <a:spcAft>
                <a:spcPts val="0"/>
              </a:spcAft>
              <a:buClr>
                <a:srgbClr val="262626"/>
              </a:buClr>
              <a:buSzPts val="1920"/>
              <a:buNone/>
              <a:defRPr sz="1920" b="1"/>
            </a:lvl4pPr>
            <a:lvl5pPr marL="2286000" lvl="4" indent="-228600" algn="l">
              <a:lnSpc>
                <a:spcPct val="85000"/>
              </a:lnSpc>
              <a:spcBef>
                <a:spcPts val="720"/>
              </a:spcBef>
              <a:spcAft>
                <a:spcPts val="0"/>
              </a:spcAft>
              <a:buClr>
                <a:srgbClr val="262626"/>
              </a:buClr>
              <a:buSzPts val="1920"/>
              <a:buNone/>
              <a:defRPr sz="1920" b="1"/>
            </a:lvl5pPr>
            <a:lvl6pPr marL="2743200" lvl="5" indent="-228600" algn="l">
              <a:lnSpc>
                <a:spcPct val="85000"/>
              </a:lnSpc>
              <a:spcBef>
                <a:spcPts val="720"/>
              </a:spcBef>
              <a:spcAft>
                <a:spcPts val="0"/>
              </a:spcAft>
              <a:buClr>
                <a:srgbClr val="262626"/>
              </a:buClr>
              <a:buSzPts val="1920"/>
              <a:buNone/>
              <a:defRPr sz="1920" b="1"/>
            </a:lvl6pPr>
            <a:lvl7pPr marL="3200400" lvl="6" indent="-228600" algn="l">
              <a:lnSpc>
                <a:spcPct val="85000"/>
              </a:lnSpc>
              <a:spcBef>
                <a:spcPts val="720"/>
              </a:spcBef>
              <a:spcAft>
                <a:spcPts val="0"/>
              </a:spcAft>
              <a:buClr>
                <a:srgbClr val="262626"/>
              </a:buClr>
              <a:buSzPts val="1920"/>
              <a:buNone/>
              <a:defRPr sz="1920" b="1"/>
            </a:lvl7pPr>
            <a:lvl8pPr marL="3657600" lvl="7" indent="-228600" algn="l">
              <a:lnSpc>
                <a:spcPct val="85000"/>
              </a:lnSpc>
              <a:spcBef>
                <a:spcPts val="720"/>
              </a:spcBef>
              <a:spcAft>
                <a:spcPts val="0"/>
              </a:spcAft>
              <a:buClr>
                <a:srgbClr val="262626"/>
              </a:buClr>
              <a:buSzPts val="1920"/>
              <a:buNone/>
              <a:defRPr sz="1920" b="1"/>
            </a:lvl8pPr>
            <a:lvl9pPr marL="4114800" lvl="8" indent="-228600" algn="l">
              <a:lnSpc>
                <a:spcPct val="85000"/>
              </a:lnSpc>
              <a:spcBef>
                <a:spcPts val="720"/>
              </a:spcBef>
              <a:spcAft>
                <a:spcPts val="0"/>
              </a:spcAft>
              <a:buClr>
                <a:srgbClr val="262626"/>
              </a:buClr>
              <a:buSzPts val="1920"/>
              <a:buNone/>
              <a:defRPr sz="1920" b="1"/>
            </a:lvl9pPr>
          </a:lstStyle>
          <a:p>
            <a:endParaRPr/>
          </a:p>
        </p:txBody>
      </p:sp>
      <p:sp>
        <p:nvSpPr>
          <p:cNvPr id="41" name="Google Shape;41;p14"/>
          <p:cNvSpPr txBox="1">
            <a:spLocks noGrp="1"/>
          </p:cNvSpPr>
          <p:nvPr>
            <p:ph type="body" idx="2"/>
          </p:nvPr>
        </p:nvSpPr>
        <p:spPr>
          <a:xfrm>
            <a:off x="811987" y="3303701"/>
            <a:ext cx="5596128" cy="3840480"/>
          </a:xfrm>
          <a:prstGeom prst="rect">
            <a:avLst/>
          </a:prstGeom>
          <a:noFill/>
          <a:ln>
            <a:noFill/>
          </a:ln>
        </p:spPr>
        <p:txBody>
          <a:bodyPr spcFirstLastPara="1" wrap="square" lIns="91425" tIns="45700" rIns="91425" bIns="45700" anchor="t" anchorCtr="0">
            <a:normAutofit/>
          </a:bodyPr>
          <a:lstStyle>
            <a:lvl1pPr marL="457200" lvl="0" indent="-411480" algn="l">
              <a:lnSpc>
                <a:spcPct val="85000"/>
              </a:lnSpc>
              <a:spcBef>
                <a:spcPts val="1560"/>
              </a:spcBef>
              <a:spcAft>
                <a:spcPts val="0"/>
              </a:spcAft>
              <a:buClr>
                <a:srgbClr val="262626"/>
              </a:buClr>
              <a:buSzPts val="2880"/>
              <a:buChar char=" "/>
              <a:defRPr sz="2880"/>
            </a:lvl1pPr>
            <a:lvl2pPr marL="914400" lvl="1" indent="-381000" algn="l">
              <a:lnSpc>
                <a:spcPct val="85000"/>
              </a:lnSpc>
              <a:spcBef>
                <a:spcPts val="720"/>
              </a:spcBef>
              <a:spcAft>
                <a:spcPts val="0"/>
              </a:spcAft>
              <a:buClr>
                <a:srgbClr val="262626"/>
              </a:buClr>
              <a:buSzPts val="2400"/>
              <a:buChar char=" "/>
              <a:defRPr sz="2400"/>
            </a:lvl2pPr>
            <a:lvl3pPr marL="1371600" lvl="2" indent="-365760" algn="l">
              <a:lnSpc>
                <a:spcPct val="85000"/>
              </a:lnSpc>
              <a:spcBef>
                <a:spcPts val="720"/>
              </a:spcBef>
              <a:spcAft>
                <a:spcPts val="0"/>
              </a:spcAft>
              <a:buClr>
                <a:srgbClr val="262626"/>
              </a:buClr>
              <a:buSzPts val="2160"/>
              <a:buChar char=" "/>
              <a:defRPr sz="2160"/>
            </a:lvl3pPr>
            <a:lvl4pPr marL="1828800" lvl="3" indent="-350519" algn="l">
              <a:lnSpc>
                <a:spcPct val="85000"/>
              </a:lnSpc>
              <a:spcBef>
                <a:spcPts val="720"/>
              </a:spcBef>
              <a:spcAft>
                <a:spcPts val="0"/>
              </a:spcAft>
              <a:buClr>
                <a:srgbClr val="262626"/>
              </a:buClr>
              <a:buSzPts val="1920"/>
              <a:buChar char=" "/>
              <a:defRPr sz="1920"/>
            </a:lvl4pPr>
            <a:lvl5pPr marL="2286000" lvl="4" indent="-350520" algn="l">
              <a:lnSpc>
                <a:spcPct val="85000"/>
              </a:lnSpc>
              <a:spcBef>
                <a:spcPts val="720"/>
              </a:spcBef>
              <a:spcAft>
                <a:spcPts val="0"/>
              </a:spcAft>
              <a:buClr>
                <a:srgbClr val="262626"/>
              </a:buClr>
              <a:buSzPts val="1920"/>
              <a:buChar char=" "/>
              <a:defRPr sz="1920"/>
            </a:lvl5pPr>
            <a:lvl6pPr marL="2743200" lvl="5" indent="-350520" algn="l">
              <a:lnSpc>
                <a:spcPct val="85000"/>
              </a:lnSpc>
              <a:spcBef>
                <a:spcPts val="720"/>
              </a:spcBef>
              <a:spcAft>
                <a:spcPts val="0"/>
              </a:spcAft>
              <a:buClr>
                <a:srgbClr val="262626"/>
              </a:buClr>
              <a:buSzPts val="1920"/>
              <a:buChar char=" "/>
              <a:defRPr sz="1920"/>
            </a:lvl6pPr>
            <a:lvl7pPr marL="3200400" lvl="6" indent="-350520" algn="l">
              <a:lnSpc>
                <a:spcPct val="85000"/>
              </a:lnSpc>
              <a:spcBef>
                <a:spcPts val="720"/>
              </a:spcBef>
              <a:spcAft>
                <a:spcPts val="0"/>
              </a:spcAft>
              <a:buClr>
                <a:srgbClr val="262626"/>
              </a:buClr>
              <a:buSzPts val="1920"/>
              <a:buChar char=" "/>
              <a:defRPr sz="1920"/>
            </a:lvl7pPr>
            <a:lvl8pPr marL="3657600" lvl="7" indent="-350520" algn="l">
              <a:lnSpc>
                <a:spcPct val="85000"/>
              </a:lnSpc>
              <a:spcBef>
                <a:spcPts val="720"/>
              </a:spcBef>
              <a:spcAft>
                <a:spcPts val="0"/>
              </a:spcAft>
              <a:buClr>
                <a:srgbClr val="262626"/>
              </a:buClr>
              <a:buSzPts val="1920"/>
              <a:buChar char=" "/>
              <a:defRPr sz="1920"/>
            </a:lvl8pPr>
            <a:lvl9pPr marL="4114800" lvl="8" indent="-350520" algn="l">
              <a:lnSpc>
                <a:spcPct val="85000"/>
              </a:lnSpc>
              <a:spcBef>
                <a:spcPts val="720"/>
              </a:spcBef>
              <a:spcAft>
                <a:spcPts val="0"/>
              </a:spcAft>
              <a:buClr>
                <a:srgbClr val="262626"/>
              </a:buClr>
              <a:buSzPts val="1920"/>
              <a:buChar char=" "/>
              <a:defRPr sz="1920"/>
            </a:lvl9pPr>
          </a:lstStyle>
          <a:p>
            <a:endParaRPr/>
          </a:p>
        </p:txBody>
      </p:sp>
      <p:sp>
        <p:nvSpPr>
          <p:cNvPr id="42" name="Google Shape;42;p14"/>
          <p:cNvSpPr txBox="1">
            <a:spLocks noGrp="1"/>
          </p:cNvSpPr>
          <p:nvPr>
            <p:ph type="body" idx="3"/>
          </p:nvPr>
        </p:nvSpPr>
        <p:spPr>
          <a:xfrm>
            <a:off x="7209130" y="2446122"/>
            <a:ext cx="5596128" cy="866851"/>
          </a:xfrm>
          <a:prstGeom prst="rect">
            <a:avLst/>
          </a:prstGeom>
          <a:noFill/>
          <a:ln>
            <a:noFill/>
          </a:ln>
        </p:spPr>
        <p:txBody>
          <a:bodyPr spcFirstLastPara="1" wrap="square" lIns="91425" tIns="45700" rIns="91425" bIns="45700" anchor="ctr" anchorCtr="0">
            <a:normAutofit/>
          </a:bodyPr>
          <a:lstStyle>
            <a:lvl1pPr marL="457200" lvl="0" indent="-228600" algn="l">
              <a:lnSpc>
                <a:spcPct val="85000"/>
              </a:lnSpc>
              <a:spcBef>
                <a:spcPts val="1560"/>
              </a:spcBef>
              <a:spcAft>
                <a:spcPts val="0"/>
              </a:spcAft>
              <a:buClr>
                <a:srgbClr val="262626"/>
              </a:buClr>
              <a:buSzPts val="2640"/>
              <a:buNone/>
              <a:defRPr sz="2640" b="0" cap="none">
                <a:solidFill>
                  <a:srgbClr val="262626"/>
                </a:solidFill>
                <a:latin typeface="Century Gothic"/>
                <a:ea typeface="Century Gothic"/>
                <a:cs typeface="Century Gothic"/>
                <a:sym typeface="Century Gothic"/>
              </a:defRPr>
            </a:lvl1pPr>
            <a:lvl2pPr marL="914400" lvl="1" indent="-228600" algn="l">
              <a:lnSpc>
                <a:spcPct val="85000"/>
              </a:lnSpc>
              <a:spcBef>
                <a:spcPts val="720"/>
              </a:spcBef>
              <a:spcAft>
                <a:spcPts val="0"/>
              </a:spcAft>
              <a:buClr>
                <a:srgbClr val="262626"/>
              </a:buClr>
              <a:buSzPts val="2400"/>
              <a:buNone/>
              <a:defRPr sz="2400" b="1"/>
            </a:lvl2pPr>
            <a:lvl3pPr marL="1371600" lvl="2" indent="-228600" algn="l">
              <a:lnSpc>
                <a:spcPct val="85000"/>
              </a:lnSpc>
              <a:spcBef>
                <a:spcPts val="720"/>
              </a:spcBef>
              <a:spcAft>
                <a:spcPts val="0"/>
              </a:spcAft>
              <a:buClr>
                <a:srgbClr val="262626"/>
              </a:buClr>
              <a:buSzPts val="2160"/>
              <a:buNone/>
              <a:defRPr sz="2160" b="1"/>
            </a:lvl3pPr>
            <a:lvl4pPr marL="1828800" lvl="3" indent="-228600" algn="l">
              <a:lnSpc>
                <a:spcPct val="85000"/>
              </a:lnSpc>
              <a:spcBef>
                <a:spcPts val="720"/>
              </a:spcBef>
              <a:spcAft>
                <a:spcPts val="0"/>
              </a:spcAft>
              <a:buClr>
                <a:srgbClr val="262626"/>
              </a:buClr>
              <a:buSzPts val="1920"/>
              <a:buNone/>
              <a:defRPr sz="1920" b="1"/>
            </a:lvl4pPr>
            <a:lvl5pPr marL="2286000" lvl="4" indent="-228600" algn="l">
              <a:lnSpc>
                <a:spcPct val="85000"/>
              </a:lnSpc>
              <a:spcBef>
                <a:spcPts val="720"/>
              </a:spcBef>
              <a:spcAft>
                <a:spcPts val="0"/>
              </a:spcAft>
              <a:buClr>
                <a:srgbClr val="262626"/>
              </a:buClr>
              <a:buSzPts val="1920"/>
              <a:buNone/>
              <a:defRPr sz="1920" b="1"/>
            </a:lvl5pPr>
            <a:lvl6pPr marL="2743200" lvl="5" indent="-228600" algn="l">
              <a:lnSpc>
                <a:spcPct val="85000"/>
              </a:lnSpc>
              <a:spcBef>
                <a:spcPts val="720"/>
              </a:spcBef>
              <a:spcAft>
                <a:spcPts val="0"/>
              </a:spcAft>
              <a:buClr>
                <a:srgbClr val="262626"/>
              </a:buClr>
              <a:buSzPts val="1920"/>
              <a:buNone/>
              <a:defRPr sz="1920" b="1"/>
            </a:lvl6pPr>
            <a:lvl7pPr marL="3200400" lvl="6" indent="-228600" algn="l">
              <a:lnSpc>
                <a:spcPct val="85000"/>
              </a:lnSpc>
              <a:spcBef>
                <a:spcPts val="720"/>
              </a:spcBef>
              <a:spcAft>
                <a:spcPts val="0"/>
              </a:spcAft>
              <a:buClr>
                <a:srgbClr val="262626"/>
              </a:buClr>
              <a:buSzPts val="1920"/>
              <a:buNone/>
              <a:defRPr sz="1920" b="1"/>
            </a:lvl7pPr>
            <a:lvl8pPr marL="3657600" lvl="7" indent="-228600" algn="l">
              <a:lnSpc>
                <a:spcPct val="85000"/>
              </a:lnSpc>
              <a:spcBef>
                <a:spcPts val="720"/>
              </a:spcBef>
              <a:spcAft>
                <a:spcPts val="0"/>
              </a:spcAft>
              <a:buClr>
                <a:srgbClr val="262626"/>
              </a:buClr>
              <a:buSzPts val="1920"/>
              <a:buNone/>
              <a:defRPr sz="1920" b="1"/>
            </a:lvl8pPr>
            <a:lvl9pPr marL="4114800" lvl="8" indent="-228600" algn="l">
              <a:lnSpc>
                <a:spcPct val="85000"/>
              </a:lnSpc>
              <a:spcBef>
                <a:spcPts val="720"/>
              </a:spcBef>
              <a:spcAft>
                <a:spcPts val="0"/>
              </a:spcAft>
              <a:buClr>
                <a:srgbClr val="262626"/>
              </a:buClr>
              <a:buSzPts val="1920"/>
              <a:buNone/>
              <a:defRPr sz="1920" b="1"/>
            </a:lvl9pPr>
          </a:lstStyle>
          <a:p>
            <a:endParaRPr/>
          </a:p>
        </p:txBody>
      </p:sp>
      <p:sp>
        <p:nvSpPr>
          <p:cNvPr id="43" name="Google Shape;43;p14"/>
          <p:cNvSpPr txBox="1">
            <a:spLocks noGrp="1"/>
          </p:cNvSpPr>
          <p:nvPr>
            <p:ph type="body" idx="4"/>
          </p:nvPr>
        </p:nvSpPr>
        <p:spPr>
          <a:xfrm>
            <a:off x="7209130" y="3301188"/>
            <a:ext cx="5596128" cy="3840480"/>
          </a:xfrm>
          <a:prstGeom prst="rect">
            <a:avLst/>
          </a:prstGeom>
          <a:noFill/>
          <a:ln>
            <a:noFill/>
          </a:ln>
        </p:spPr>
        <p:txBody>
          <a:bodyPr spcFirstLastPara="1" wrap="square" lIns="91425" tIns="45700" rIns="91425" bIns="45700" anchor="t" anchorCtr="0">
            <a:normAutofit/>
          </a:bodyPr>
          <a:lstStyle>
            <a:lvl1pPr marL="457200" lvl="0" indent="-411480" algn="l">
              <a:lnSpc>
                <a:spcPct val="85000"/>
              </a:lnSpc>
              <a:spcBef>
                <a:spcPts val="1560"/>
              </a:spcBef>
              <a:spcAft>
                <a:spcPts val="0"/>
              </a:spcAft>
              <a:buClr>
                <a:srgbClr val="262626"/>
              </a:buClr>
              <a:buSzPts val="2880"/>
              <a:buChar char=" "/>
              <a:defRPr sz="2880"/>
            </a:lvl1pPr>
            <a:lvl2pPr marL="914400" lvl="1" indent="-381000" algn="l">
              <a:lnSpc>
                <a:spcPct val="85000"/>
              </a:lnSpc>
              <a:spcBef>
                <a:spcPts val="720"/>
              </a:spcBef>
              <a:spcAft>
                <a:spcPts val="0"/>
              </a:spcAft>
              <a:buClr>
                <a:srgbClr val="262626"/>
              </a:buClr>
              <a:buSzPts val="2400"/>
              <a:buChar char=" "/>
              <a:defRPr sz="2400"/>
            </a:lvl2pPr>
            <a:lvl3pPr marL="1371600" lvl="2" indent="-365760" algn="l">
              <a:lnSpc>
                <a:spcPct val="85000"/>
              </a:lnSpc>
              <a:spcBef>
                <a:spcPts val="720"/>
              </a:spcBef>
              <a:spcAft>
                <a:spcPts val="0"/>
              </a:spcAft>
              <a:buClr>
                <a:srgbClr val="262626"/>
              </a:buClr>
              <a:buSzPts val="2160"/>
              <a:buChar char=" "/>
              <a:defRPr sz="2160"/>
            </a:lvl3pPr>
            <a:lvl4pPr marL="1828800" lvl="3" indent="-350519" algn="l">
              <a:lnSpc>
                <a:spcPct val="85000"/>
              </a:lnSpc>
              <a:spcBef>
                <a:spcPts val="720"/>
              </a:spcBef>
              <a:spcAft>
                <a:spcPts val="0"/>
              </a:spcAft>
              <a:buClr>
                <a:srgbClr val="262626"/>
              </a:buClr>
              <a:buSzPts val="1920"/>
              <a:buChar char=" "/>
              <a:defRPr sz="1920"/>
            </a:lvl4pPr>
            <a:lvl5pPr marL="2286000" lvl="4" indent="-350520" algn="l">
              <a:lnSpc>
                <a:spcPct val="85000"/>
              </a:lnSpc>
              <a:spcBef>
                <a:spcPts val="720"/>
              </a:spcBef>
              <a:spcAft>
                <a:spcPts val="0"/>
              </a:spcAft>
              <a:buClr>
                <a:srgbClr val="262626"/>
              </a:buClr>
              <a:buSzPts val="1920"/>
              <a:buChar char=" "/>
              <a:defRPr sz="1920"/>
            </a:lvl5pPr>
            <a:lvl6pPr marL="2743200" lvl="5" indent="-350520" algn="l">
              <a:lnSpc>
                <a:spcPct val="85000"/>
              </a:lnSpc>
              <a:spcBef>
                <a:spcPts val="720"/>
              </a:spcBef>
              <a:spcAft>
                <a:spcPts val="0"/>
              </a:spcAft>
              <a:buClr>
                <a:srgbClr val="262626"/>
              </a:buClr>
              <a:buSzPts val="1920"/>
              <a:buChar char=" "/>
              <a:defRPr sz="1920"/>
            </a:lvl6pPr>
            <a:lvl7pPr marL="3200400" lvl="6" indent="-350520" algn="l">
              <a:lnSpc>
                <a:spcPct val="85000"/>
              </a:lnSpc>
              <a:spcBef>
                <a:spcPts val="720"/>
              </a:spcBef>
              <a:spcAft>
                <a:spcPts val="0"/>
              </a:spcAft>
              <a:buClr>
                <a:srgbClr val="262626"/>
              </a:buClr>
              <a:buSzPts val="1920"/>
              <a:buChar char=" "/>
              <a:defRPr sz="1920"/>
            </a:lvl7pPr>
            <a:lvl8pPr marL="3657600" lvl="7" indent="-350520" algn="l">
              <a:lnSpc>
                <a:spcPct val="85000"/>
              </a:lnSpc>
              <a:spcBef>
                <a:spcPts val="720"/>
              </a:spcBef>
              <a:spcAft>
                <a:spcPts val="0"/>
              </a:spcAft>
              <a:buClr>
                <a:srgbClr val="262626"/>
              </a:buClr>
              <a:buSzPts val="1920"/>
              <a:buChar char=" "/>
              <a:defRPr sz="1920"/>
            </a:lvl8pPr>
            <a:lvl9pPr marL="4114800" lvl="8" indent="-350520" algn="l">
              <a:lnSpc>
                <a:spcPct val="85000"/>
              </a:lnSpc>
              <a:spcBef>
                <a:spcPts val="720"/>
              </a:spcBef>
              <a:spcAft>
                <a:spcPts val="0"/>
              </a:spcAft>
              <a:buClr>
                <a:srgbClr val="262626"/>
              </a:buClr>
              <a:buSzPts val="1920"/>
              <a:buChar char=" "/>
              <a:defRPr sz="1920"/>
            </a:lvl9pPr>
          </a:lstStyle>
          <a:p>
            <a:endParaRPr/>
          </a:p>
        </p:txBody>
      </p:sp>
      <p:sp>
        <p:nvSpPr>
          <p:cNvPr id="44" name="Google Shape;44;p14"/>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4"/>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4"/>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7"/>
        <p:cNvGrpSpPr/>
        <p:nvPr/>
      </p:nvGrpSpPr>
      <p:grpSpPr>
        <a:xfrm>
          <a:off x="0" y="0"/>
          <a:ext cx="0" cy="0"/>
          <a:chOff x="0" y="0"/>
          <a:chExt cx="0" cy="0"/>
        </a:xfrm>
      </p:grpSpPr>
      <p:sp>
        <p:nvSpPr>
          <p:cNvPr id="48" name="Google Shape;48;p15"/>
          <p:cNvSpPr txBox="1">
            <a:spLocks noGrp="1"/>
          </p:cNvSpPr>
          <p:nvPr>
            <p:ph type="title"/>
          </p:nvPr>
        </p:nvSpPr>
        <p:spPr>
          <a:xfrm>
            <a:off x="788669" y="599439"/>
            <a:ext cx="12927330" cy="1989838"/>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5"/>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5"/>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5"/>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2"/>
        <p:cNvGrpSpPr/>
        <p:nvPr/>
      </p:nvGrpSpPr>
      <p:grpSpPr>
        <a:xfrm>
          <a:off x="0" y="0"/>
          <a:ext cx="0" cy="0"/>
          <a:chOff x="0" y="0"/>
          <a:chExt cx="0" cy="0"/>
        </a:xfrm>
      </p:grpSpPr>
      <p:sp>
        <p:nvSpPr>
          <p:cNvPr id="53" name="Google Shape;53;p16"/>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6"/>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6"/>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6"/>
        <p:cNvGrpSpPr/>
        <p:nvPr/>
      </p:nvGrpSpPr>
      <p:grpSpPr>
        <a:xfrm>
          <a:off x="0" y="0"/>
          <a:ext cx="0" cy="0"/>
          <a:chOff x="0" y="0"/>
          <a:chExt cx="0" cy="0"/>
        </a:xfrm>
      </p:grpSpPr>
      <p:sp>
        <p:nvSpPr>
          <p:cNvPr id="57" name="Google Shape;57;p17"/>
          <p:cNvSpPr/>
          <p:nvPr/>
        </p:nvSpPr>
        <p:spPr>
          <a:xfrm>
            <a:off x="9144000" y="0"/>
            <a:ext cx="5486400" cy="8229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7"/>
          <p:cNvSpPr txBox="1">
            <a:spLocks noGrp="1"/>
          </p:cNvSpPr>
          <p:nvPr>
            <p:ph type="title"/>
          </p:nvPr>
        </p:nvSpPr>
        <p:spPr>
          <a:xfrm>
            <a:off x="9913685" y="650738"/>
            <a:ext cx="4059936" cy="2304288"/>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FFFFFF"/>
              </a:buClr>
              <a:buSzPts val="4800"/>
              <a:buFont typeface="Century Gothic"/>
              <a:buNone/>
              <a:defRPr sz="48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7"/>
          <p:cNvSpPr txBox="1">
            <a:spLocks noGrp="1"/>
          </p:cNvSpPr>
          <p:nvPr>
            <p:ph type="body" idx="1"/>
          </p:nvPr>
        </p:nvSpPr>
        <p:spPr>
          <a:xfrm>
            <a:off x="914400" y="914400"/>
            <a:ext cx="7315200" cy="5486400"/>
          </a:xfrm>
          <a:prstGeom prst="rect">
            <a:avLst/>
          </a:prstGeom>
          <a:noFill/>
          <a:ln>
            <a:noFill/>
          </a:ln>
        </p:spPr>
        <p:txBody>
          <a:bodyPr spcFirstLastPara="1" wrap="square" lIns="91425" tIns="45700" rIns="91425" bIns="45700" anchor="t" anchorCtr="0">
            <a:normAutofit/>
          </a:bodyPr>
          <a:lstStyle>
            <a:lvl1pPr marL="457200" lvl="0" indent="-472440" algn="l">
              <a:lnSpc>
                <a:spcPct val="85000"/>
              </a:lnSpc>
              <a:spcBef>
                <a:spcPts val="1560"/>
              </a:spcBef>
              <a:spcAft>
                <a:spcPts val="0"/>
              </a:spcAft>
              <a:buClr>
                <a:srgbClr val="262626"/>
              </a:buClr>
              <a:buSzPts val="3840"/>
              <a:buChar char=" "/>
              <a:defRPr sz="3840"/>
            </a:lvl1pPr>
            <a:lvl2pPr marL="914400" lvl="1" indent="-441960" algn="l">
              <a:lnSpc>
                <a:spcPct val="85000"/>
              </a:lnSpc>
              <a:spcBef>
                <a:spcPts val="720"/>
              </a:spcBef>
              <a:spcAft>
                <a:spcPts val="0"/>
              </a:spcAft>
              <a:buClr>
                <a:srgbClr val="262626"/>
              </a:buClr>
              <a:buSzPts val="3360"/>
              <a:buChar char=" "/>
              <a:defRPr sz="3359"/>
            </a:lvl2pPr>
            <a:lvl3pPr marL="1371600" lvl="2" indent="-411480" algn="l">
              <a:lnSpc>
                <a:spcPct val="85000"/>
              </a:lnSpc>
              <a:spcBef>
                <a:spcPts val="720"/>
              </a:spcBef>
              <a:spcAft>
                <a:spcPts val="0"/>
              </a:spcAft>
              <a:buClr>
                <a:srgbClr val="262626"/>
              </a:buClr>
              <a:buSzPts val="2880"/>
              <a:buChar char=" "/>
              <a:defRPr sz="2880"/>
            </a:lvl3pPr>
            <a:lvl4pPr marL="1828800" lvl="3" indent="-381000" algn="l">
              <a:lnSpc>
                <a:spcPct val="85000"/>
              </a:lnSpc>
              <a:spcBef>
                <a:spcPts val="720"/>
              </a:spcBef>
              <a:spcAft>
                <a:spcPts val="0"/>
              </a:spcAft>
              <a:buClr>
                <a:srgbClr val="262626"/>
              </a:buClr>
              <a:buSzPts val="2400"/>
              <a:buChar char=" "/>
              <a:defRPr sz="2400"/>
            </a:lvl4pPr>
            <a:lvl5pPr marL="2286000" lvl="4" indent="-381000" algn="l">
              <a:lnSpc>
                <a:spcPct val="85000"/>
              </a:lnSpc>
              <a:spcBef>
                <a:spcPts val="720"/>
              </a:spcBef>
              <a:spcAft>
                <a:spcPts val="0"/>
              </a:spcAft>
              <a:buClr>
                <a:srgbClr val="262626"/>
              </a:buClr>
              <a:buSzPts val="2400"/>
              <a:buChar char=" "/>
              <a:defRPr sz="2400"/>
            </a:lvl5pPr>
            <a:lvl6pPr marL="2743200" lvl="5" indent="-381000" algn="l">
              <a:lnSpc>
                <a:spcPct val="85000"/>
              </a:lnSpc>
              <a:spcBef>
                <a:spcPts val="720"/>
              </a:spcBef>
              <a:spcAft>
                <a:spcPts val="0"/>
              </a:spcAft>
              <a:buClr>
                <a:srgbClr val="262626"/>
              </a:buClr>
              <a:buSzPts val="2400"/>
              <a:buChar char=" "/>
              <a:defRPr sz="2400"/>
            </a:lvl6pPr>
            <a:lvl7pPr marL="3200400" lvl="6" indent="-381000" algn="l">
              <a:lnSpc>
                <a:spcPct val="85000"/>
              </a:lnSpc>
              <a:spcBef>
                <a:spcPts val="720"/>
              </a:spcBef>
              <a:spcAft>
                <a:spcPts val="0"/>
              </a:spcAft>
              <a:buClr>
                <a:srgbClr val="262626"/>
              </a:buClr>
              <a:buSzPts val="2400"/>
              <a:buChar char=" "/>
              <a:defRPr sz="2400"/>
            </a:lvl7pPr>
            <a:lvl8pPr marL="3657600" lvl="7" indent="-381000" algn="l">
              <a:lnSpc>
                <a:spcPct val="85000"/>
              </a:lnSpc>
              <a:spcBef>
                <a:spcPts val="720"/>
              </a:spcBef>
              <a:spcAft>
                <a:spcPts val="0"/>
              </a:spcAft>
              <a:buClr>
                <a:srgbClr val="262626"/>
              </a:buClr>
              <a:buSzPts val="2400"/>
              <a:buChar char=" "/>
              <a:defRPr sz="2400"/>
            </a:lvl8pPr>
            <a:lvl9pPr marL="4114800" lvl="8" indent="-381000" algn="l">
              <a:lnSpc>
                <a:spcPct val="85000"/>
              </a:lnSpc>
              <a:spcBef>
                <a:spcPts val="720"/>
              </a:spcBef>
              <a:spcAft>
                <a:spcPts val="0"/>
              </a:spcAft>
              <a:buClr>
                <a:srgbClr val="262626"/>
              </a:buClr>
              <a:buSzPts val="2400"/>
              <a:buChar char=" "/>
              <a:defRPr sz="2400"/>
            </a:lvl9pPr>
          </a:lstStyle>
          <a:p>
            <a:endParaRPr/>
          </a:p>
        </p:txBody>
      </p:sp>
      <p:sp>
        <p:nvSpPr>
          <p:cNvPr id="60" name="Google Shape;60;p17"/>
          <p:cNvSpPr txBox="1">
            <a:spLocks noGrp="1"/>
          </p:cNvSpPr>
          <p:nvPr>
            <p:ph type="body" idx="2"/>
          </p:nvPr>
        </p:nvSpPr>
        <p:spPr>
          <a:xfrm>
            <a:off x="9931178" y="3014176"/>
            <a:ext cx="4078224" cy="3752384"/>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440"/>
              </a:spcBef>
              <a:spcAft>
                <a:spcPts val="0"/>
              </a:spcAft>
              <a:buClr>
                <a:srgbClr val="262626"/>
              </a:buClr>
              <a:buSzPts val="2160"/>
              <a:buFont typeface="Century Gothic"/>
              <a:buNone/>
              <a:defRPr sz="2160">
                <a:solidFill>
                  <a:srgbClr val="262626"/>
                </a:solidFill>
              </a:defRPr>
            </a:lvl1pPr>
            <a:lvl2pPr marL="914400" lvl="1" indent="-228600" algn="l">
              <a:lnSpc>
                <a:spcPct val="85000"/>
              </a:lnSpc>
              <a:spcBef>
                <a:spcPts val="720"/>
              </a:spcBef>
              <a:spcAft>
                <a:spcPts val="0"/>
              </a:spcAft>
              <a:buClr>
                <a:srgbClr val="262626"/>
              </a:buClr>
              <a:buSzPts val="1440"/>
              <a:buNone/>
              <a:defRPr sz="1440"/>
            </a:lvl2pPr>
            <a:lvl3pPr marL="1371600" lvl="2" indent="-228600" algn="l">
              <a:lnSpc>
                <a:spcPct val="85000"/>
              </a:lnSpc>
              <a:spcBef>
                <a:spcPts val="720"/>
              </a:spcBef>
              <a:spcAft>
                <a:spcPts val="0"/>
              </a:spcAft>
              <a:buClr>
                <a:srgbClr val="262626"/>
              </a:buClr>
              <a:buSzPts val="1200"/>
              <a:buNone/>
              <a:defRPr sz="1200"/>
            </a:lvl3pPr>
            <a:lvl4pPr marL="1828800" lvl="3" indent="-228600" algn="l">
              <a:lnSpc>
                <a:spcPct val="85000"/>
              </a:lnSpc>
              <a:spcBef>
                <a:spcPts val="720"/>
              </a:spcBef>
              <a:spcAft>
                <a:spcPts val="0"/>
              </a:spcAft>
              <a:buClr>
                <a:srgbClr val="262626"/>
              </a:buClr>
              <a:buSzPts val="1080"/>
              <a:buNone/>
              <a:defRPr sz="1080"/>
            </a:lvl4pPr>
            <a:lvl5pPr marL="2286000" lvl="4" indent="-228600" algn="l">
              <a:lnSpc>
                <a:spcPct val="85000"/>
              </a:lnSpc>
              <a:spcBef>
                <a:spcPts val="720"/>
              </a:spcBef>
              <a:spcAft>
                <a:spcPts val="0"/>
              </a:spcAft>
              <a:buClr>
                <a:srgbClr val="262626"/>
              </a:buClr>
              <a:buSzPts val="1080"/>
              <a:buNone/>
              <a:defRPr sz="1080"/>
            </a:lvl5pPr>
            <a:lvl6pPr marL="2743200" lvl="5" indent="-228600" algn="l">
              <a:lnSpc>
                <a:spcPct val="85000"/>
              </a:lnSpc>
              <a:spcBef>
                <a:spcPts val="720"/>
              </a:spcBef>
              <a:spcAft>
                <a:spcPts val="0"/>
              </a:spcAft>
              <a:buClr>
                <a:srgbClr val="262626"/>
              </a:buClr>
              <a:buSzPts val="1080"/>
              <a:buNone/>
              <a:defRPr sz="1080"/>
            </a:lvl6pPr>
            <a:lvl7pPr marL="3200400" lvl="6" indent="-228600" algn="l">
              <a:lnSpc>
                <a:spcPct val="85000"/>
              </a:lnSpc>
              <a:spcBef>
                <a:spcPts val="720"/>
              </a:spcBef>
              <a:spcAft>
                <a:spcPts val="0"/>
              </a:spcAft>
              <a:buClr>
                <a:srgbClr val="262626"/>
              </a:buClr>
              <a:buSzPts val="1080"/>
              <a:buNone/>
              <a:defRPr sz="1080"/>
            </a:lvl7pPr>
            <a:lvl8pPr marL="3657600" lvl="7" indent="-228600" algn="l">
              <a:lnSpc>
                <a:spcPct val="85000"/>
              </a:lnSpc>
              <a:spcBef>
                <a:spcPts val="720"/>
              </a:spcBef>
              <a:spcAft>
                <a:spcPts val="0"/>
              </a:spcAft>
              <a:buClr>
                <a:srgbClr val="262626"/>
              </a:buClr>
              <a:buSzPts val="1080"/>
              <a:buNone/>
              <a:defRPr sz="1080"/>
            </a:lvl8pPr>
            <a:lvl9pPr marL="4114800" lvl="8" indent="-228600" algn="l">
              <a:lnSpc>
                <a:spcPct val="85000"/>
              </a:lnSpc>
              <a:spcBef>
                <a:spcPts val="720"/>
              </a:spcBef>
              <a:spcAft>
                <a:spcPts val="0"/>
              </a:spcAft>
              <a:buClr>
                <a:srgbClr val="262626"/>
              </a:buClr>
              <a:buSzPts val="1080"/>
              <a:buNone/>
              <a:defRPr sz="1080"/>
            </a:lvl9pPr>
          </a:lstStyle>
          <a:p>
            <a:endParaRPr/>
          </a:p>
        </p:txBody>
      </p:sp>
      <p:sp>
        <p:nvSpPr>
          <p:cNvPr id="61" name="Google Shape;61;p17"/>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7"/>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2360" b="0">
                <a:solidFill>
                  <a:srgbClr val="FFFFFF"/>
                </a:solidFill>
                <a:latin typeface="Century Gothic"/>
                <a:ea typeface="Century Gothic"/>
                <a:cs typeface="Century Gothic"/>
                <a:sym typeface="Century Gothic"/>
              </a:defRPr>
            </a:lvl1pPr>
            <a:lvl2pPr marL="0" lvl="1" indent="0" algn="r">
              <a:spcBef>
                <a:spcPts val="0"/>
              </a:spcBef>
              <a:buNone/>
              <a:defRPr sz="12360" b="0">
                <a:solidFill>
                  <a:srgbClr val="FFFFFF"/>
                </a:solidFill>
                <a:latin typeface="Century Gothic"/>
                <a:ea typeface="Century Gothic"/>
                <a:cs typeface="Century Gothic"/>
                <a:sym typeface="Century Gothic"/>
              </a:defRPr>
            </a:lvl2pPr>
            <a:lvl3pPr marL="0" lvl="2" indent="0" algn="r">
              <a:spcBef>
                <a:spcPts val="0"/>
              </a:spcBef>
              <a:buNone/>
              <a:defRPr sz="12360" b="0">
                <a:solidFill>
                  <a:srgbClr val="FFFFFF"/>
                </a:solidFill>
                <a:latin typeface="Century Gothic"/>
                <a:ea typeface="Century Gothic"/>
                <a:cs typeface="Century Gothic"/>
                <a:sym typeface="Century Gothic"/>
              </a:defRPr>
            </a:lvl3pPr>
            <a:lvl4pPr marL="0" lvl="3" indent="0" algn="r">
              <a:spcBef>
                <a:spcPts val="0"/>
              </a:spcBef>
              <a:buNone/>
              <a:defRPr sz="12360" b="0">
                <a:solidFill>
                  <a:srgbClr val="FFFFFF"/>
                </a:solidFill>
                <a:latin typeface="Century Gothic"/>
                <a:ea typeface="Century Gothic"/>
                <a:cs typeface="Century Gothic"/>
                <a:sym typeface="Century Gothic"/>
              </a:defRPr>
            </a:lvl4pPr>
            <a:lvl5pPr marL="0" lvl="4" indent="0" algn="r">
              <a:spcBef>
                <a:spcPts val="0"/>
              </a:spcBef>
              <a:buNone/>
              <a:defRPr sz="12360" b="0">
                <a:solidFill>
                  <a:srgbClr val="FFFFFF"/>
                </a:solidFill>
                <a:latin typeface="Century Gothic"/>
                <a:ea typeface="Century Gothic"/>
                <a:cs typeface="Century Gothic"/>
                <a:sym typeface="Century Gothic"/>
              </a:defRPr>
            </a:lvl5pPr>
            <a:lvl6pPr marL="0" lvl="5" indent="0" algn="r">
              <a:spcBef>
                <a:spcPts val="0"/>
              </a:spcBef>
              <a:buNone/>
              <a:defRPr sz="12360" b="0">
                <a:solidFill>
                  <a:srgbClr val="FFFFFF"/>
                </a:solidFill>
                <a:latin typeface="Century Gothic"/>
                <a:ea typeface="Century Gothic"/>
                <a:cs typeface="Century Gothic"/>
                <a:sym typeface="Century Gothic"/>
              </a:defRPr>
            </a:lvl6pPr>
            <a:lvl7pPr marL="0" lvl="6" indent="0" algn="r">
              <a:spcBef>
                <a:spcPts val="0"/>
              </a:spcBef>
              <a:buNone/>
              <a:defRPr sz="12360" b="0">
                <a:solidFill>
                  <a:srgbClr val="FFFFFF"/>
                </a:solidFill>
                <a:latin typeface="Century Gothic"/>
                <a:ea typeface="Century Gothic"/>
                <a:cs typeface="Century Gothic"/>
                <a:sym typeface="Century Gothic"/>
              </a:defRPr>
            </a:lvl7pPr>
            <a:lvl8pPr marL="0" lvl="7" indent="0" algn="r">
              <a:spcBef>
                <a:spcPts val="0"/>
              </a:spcBef>
              <a:buNone/>
              <a:defRPr sz="12360" b="0">
                <a:solidFill>
                  <a:srgbClr val="FFFFFF"/>
                </a:solidFill>
                <a:latin typeface="Century Gothic"/>
                <a:ea typeface="Century Gothic"/>
                <a:cs typeface="Century Gothic"/>
                <a:sym typeface="Century Gothic"/>
              </a:defRPr>
            </a:lvl8pPr>
            <a:lvl9pPr marL="0" lvl="8" indent="0" algn="r">
              <a:spcBef>
                <a:spcPts val="0"/>
              </a:spcBef>
              <a:buNone/>
              <a:defRPr sz="12360" b="0">
                <a:solidFill>
                  <a:srgbClr val="FF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4"/>
        <p:cNvGrpSpPr/>
        <p:nvPr/>
      </p:nvGrpSpPr>
      <p:grpSpPr>
        <a:xfrm>
          <a:off x="0" y="0"/>
          <a:ext cx="0" cy="0"/>
          <a:chOff x="0" y="0"/>
          <a:chExt cx="0" cy="0"/>
        </a:xfrm>
      </p:grpSpPr>
      <p:sp>
        <p:nvSpPr>
          <p:cNvPr id="65" name="Google Shape;65;p18"/>
          <p:cNvSpPr txBox="1">
            <a:spLocks noGrp="1"/>
          </p:cNvSpPr>
          <p:nvPr>
            <p:ph type="title"/>
          </p:nvPr>
        </p:nvSpPr>
        <p:spPr>
          <a:xfrm>
            <a:off x="779069" y="6502401"/>
            <a:ext cx="12936931" cy="73594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840"/>
              <a:buFont typeface="Century Gothic"/>
              <a:buNone/>
              <a:defRPr sz="384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8"/>
          <p:cNvSpPr>
            <a:spLocks noGrp="1"/>
          </p:cNvSpPr>
          <p:nvPr>
            <p:ph type="pic" idx="2"/>
          </p:nvPr>
        </p:nvSpPr>
        <p:spPr>
          <a:xfrm>
            <a:off x="0" y="0"/>
            <a:ext cx="14630400" cy="6397142"/>
          </a:xfrm>
          <a:prstGeom prst="rect">
            <a:avLst/>
          </a:prstGeom>
          <a:solidFill>
            <a:srgbClr val="B7E0E9"/>
          </a:solidFill>
          <a:ln>
            <a:noFill/>
          </a:ln>
        </p:spPr>
      </p:sp>
      <p:sp>
        <p:nvSpPr>
          <p:cNvPr id="67" name="Google Shape;67;p18"/>
          <p:cNvSpPr txBox="1">
            <a:spLocks noGrp="1"/>
          </p:cNvSpPr>
          <p:nvPr>
            <p:ph type="body" idx="1"/>
          </p:nvPr>
        </p:nvSpPr>
        <p:spPr>
          <a:xfrm>
            <a:off x="811987" y="7091682"/>
            <a:ext cx="11075213" cy="64008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60"/>
              </a:spcBef>
              <a:spcAft>
                <a:spcPts val="0"/>
              </a:spcAft>
              <a:buClr>
                <a:srgbClr val="262626"/>
              </a:buClr>
              <a:buSzPts val="1680"/>
              <a:buNone/>
              <a:defRPr sz="1679">
                <a:solidFill>
                  <a:srgbClr val="262626"/>
                </a:solidFill>
              </a:defRPr>
            </a:lvl1pPr>
            <a:lvl2pPr marL="914400" lvl="1" indent="-228600" algn="l">
              <a:lnSpc>
                <a:spcPct val="85000"/>
              </a:lnSpc>
              <a:spcBef>
                <a:spcPts val="720"/>
              </a:spcBef>
              <a:spcAft>
                <a:spcPts val="0"/>
              </a:spcAft>
              <a:buClr>
                <a:srgbClr val="262626"/>
              </a:buClr>
              <a:buSzPts val="1440"/>
              <a:buNone/>
              <a:defRPr sz="1440"/>
            </a:lvl2pPr>
            <a:lvl3pPr marL="1371600" lvl="2" indent="-228600" algn="l">
              <a:lnSpc>
                <a:spcPct val="85000"/>
              </a:lnSpc>
              <a:spcBef>
                <a:spcPts val="720"/>
              </a:spcBef>
              <a:spcAft>
                <a:spcPts val="0"/>
              </a:spcAft>
              <a:buClr>
                <a:srgbClr val="262626"/>
              </a:buClr>
              <a:buSzPts val="1200"/>
              <a:buNone/>
              <a:defRPr sz="1200"/>
            </a:lvl3pPr>
            <a:lvl4pPr marL="1828800" lvl="3" indent="-228600" algn="l">
              <a:lnSpc>
                <a:spcPct val="85000"/>
              </a:lnSpc>
              <a:spcBef>
                <a:spcPts val="720"/>
              </a:spcBef>
              <a:spcAft>
                <a:spcPts val="0"/>
              </a:spcAft>
              <a:buClr>
                <a:srgbClr val="262626"/>
              </a:buClr>
              <a:buSzPts val="1080"/>
              <a:buNone/>
              <a:defRPr sz="1080"/>
            </a:lvl4pPr>
            <a:lvl5pPr marL="2286000" lvl="4" indent="-228600" algn="l">
              <a:lnSpc>
                <a:spcPct val="85000"/>
              </a:lnSpc>
              <a:spcBef>
                <a:spcPts val="720"/>
              </a:spcBef>
              <a:spcAft>
                <a:spcPts val="0"/>
              </a:spcAft>
              <a:buClr>
                <a:srgbClr val="262626"/>
              </a:buClr>
              <a:buSzPts val="1080"/>
              <a:buNone/>
              <a:defRPr sz="1080"/>
            </a:lvl5pPr>
            <a:lvl6pPr marL="2743200" lvl="5" indent="-228600" algn="l">
              <a:lnSpc>
                <a:spcPct val="85000"/>
              </a:lnSpc>
              <a:spcBef>
                <a:spcPts val="720"/>
              </a:spcBef>
              <a:spcAft>
                <a:spcPts val="0"/>
              </a:spcAft>
              <a:buClr>
                <a:srgbClr val="262626"/>
              </a:buClr>
              <a:buSzPts val="1080"/>
              <a:buNone/>
              <a:defRPr sz="1080"/>
            </a:lvl6pPr>
            <a:lvl7pPr marL="3200400" lvl="6" indent="-228600" algn="l">
              <a:lnSpc>
                <a:spcPct val="85000"/>
              </a:lnSpc>
              <a:spcBef>
                <a:spcPts val="720"/>
              </a:spcBef>
              <a:spcAft>
                <a:spcPts val="0"/>
              </a:spcAft>
              <a:buClr>
                <a:srgbClr val="262626"/>
              </a:buClr>
              <a:buSzPts val="1080"/>
              <a:buNone/>
              <a:defRPr sz="1080"/>
            </a:lvl7pPr>
            <a:lvl8pPr marL="3657600" lvl="7" indent="-228600" algn="l">
              <a:lnSpc>
                <a:spcPct val="85000"/>
              </a:lnSpc>
              <a:spcBef>
                <a:spcPts val="720"/>
              </a:spcBef>
              <a:spcAft>
                <a:spcPts val="0"/>
              </a:spcAft>
              <a:buClr>
                <a:srgbClr val="262626"/>
              </a:buClr>
              <a:buSzPts val="1080"/>
              <a:buNone/>
              <a:defRPr sz="1080"/>
            </a:lvl8pPr>
            <a:lvl9pPr marL="4114800" lvl="8" indent="-228600" algn="l">
              <a:lnSpc>
                <a:spcPct val="85000"/>
              </a:lnSpc>
              <a:spcBef>
                <a:spcPts val="720"/>
              </a:spcBef>
              <a:spcAft>
                <a:spcPts val="0"/>
              </a:spcAft>
              <a:buClr>
                <a:srgbClr val="262626"/>
              </a:buClr>
              <a:buSzPts val="1080"/>
              <a:buNone/>
              <a:defRPr sz="1080"/>
            </a:lvl9pPr>
          </a:lstStyle>
          <a:p>
            <a:endParaRPr/>
          </a:p>
        </p:txBody>
      </p:sp>
      <p:sp>
        <p:nvSpPr>
          <p:cNvPr id="68" name="Google Shape;68;p18"/>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8"/>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2360" b="0">
                <a:solidFill>
                  <a:srgbClr val="FFFFFF"/>
                </a:solidFill>
                <a:latin typeface="Century Gothic"/>
                <a:ea typeface="Century Gothic"/>
                <a:cs typeface="Century Gothic"/>
                <a:sym typeface="Century Gothic"/>
              </a:defRPr>
            </a:lvl1pPr>
            <a:lvl2pPr marL="0" lvl="1" indent="0" algn="r">
              <a:spcBef>
                <a:spcPts val="0"/>
              </a:spcBef>
              <a:buNone/>
              <a:defRPr sz="12360" b="0">
                <a:solidFill>
                  <a:srgbClr val="FFFFFF"/>
                </a:solidFill>
                <a:latin typeface="Century Gothic"/>
                <a:ea typeface="Century Gothic"/>
                <a:cs typeface="Century Gothic"/>
                <a:sym typeface="Century Gothic"/>
              </a:defRPr>
            </a:lvl2pPr>
            <a:lvl3pPr marL="0" lvl="2" indent="0" algn="r">
              <a:spcBef>
                <a:spcPts val="0"/>
              </a:spcBef>
              <a:buNone/>
              <a:defRPr sz="12360" b="0">
                <a:solidFill>
                  <a:srgbClr val="FFFFFF"/>
                </a:solidFill>
                <a:latin typeface="Century Gothic"/>
                <a:ea typeface="Century Gothic"/>
                <a:cs typeface="Century Gothic"/>
                <a:sym typeface="Century Gothic"/>
              </a:defRPr>
            </a:lvl3pPr>
            <a:lvl4pPr marL="0" lvl="3" indent="0" algn="r">
              <a:spcBef>
                <a:spcPts val="0"/>
              </a:spcBef>
              <a:buNone/>
              <a:defRPr sz="12360" b="0">
                <a:solidFill>
                  <a:srgbClr val="FFFFFF"/>
                </a:solidFill>
                <a:latin typeface="Century Gothic"/>
                <a:ea typeface="Century Gothic"/>
                <a:cs typeface="Century Gothic"/>
                <a:sym typeface="Century Gothic"/>
              </a:defRPr>
            </a:lvl4pPr>
            <a:lvl5pPr marL="0" lvl="4" indent="0" algn="r">
              <a:spcBef>
                <a:spcPts val="0"/>
              </a:spcBef>
              <a:buNone/>
              <a:defRPr sz="12360" b="0">
                <a:solidFill>
                  <a:srgbClr val="FFFFFF"/>
                </a:solidFill>
                <a:latin typeface="Century Gothic"/>
                <a:ea typeface="Century Gothic"/>
                <a:cs typeface="Century Gothic"/>
                <a:sym typeface="Century Gothic"/>
              </a:defRPr>
            </a:lvl5pPr>
            <a:lvl6pPr marL="0" lvl="5" indent="0" algn="r">
              <a:spcBef>
                <a:spcPts val="0"/>
              </a:spcBef>
              <a:buNone/>
              <a:defRPr sz="12360" b="0">
                <a:solidFill>
                  <a:srgbClr val="FFFFFF"/>
                </a:solidFill>
                <a:latin typeface="Century Gothic"/>
                <a:ea typeface="Century Gothic"/>
                <a:cs typeface="Century Gothic"/>
                <a:sym typeface="Century Gothic"/>
              </a:defRPr>
            </a:lvl6pPr>
            <a:lvl7pPr marL="0" lvl="6" indent="0" algn="r">
              <a:spcBef>
                <a:spcPts val="0"/>
              </a:spcBef>
              <a:buNone/>
              <a:defRPr sz="12360" b="0">
                <a:solidFill>
                  <a:srgbClr val="FFFFFF"/>
                </a:solidFill>
                <a:latin typeface="Century Gothic"/>
                <a:ea typeface="Century Gothic"/>
                <a:cs typeface="Century Gothic"/>
                <a:sym typeface="Century Gothic"/>
              </a:defRPr>
            </a:lvl7pPr>
            <a:lvl8pPr marL="0" lvl="7" indent="0" algn="r">
              <a:spcBef>
                <a:spcPts val="0"/>
              </a:spcBef>
              <a:buNone/>
              <a:defRPr sz="12360" b="0">
                <a:solidFill>
                  <a:srgbClr val="FFFFFF"/>
                </a:solidFill>
                <a:latin typeface="Century Gothic"/>
                <a:ea typeface="Century Gothic"/>
                <a:cs typeface="Century Gothic"/>
                <a:sym typeface="Century Gothic"/>
              </a:defRPr>
            </a:lvl8pPr>
            <a:lvl9pPr marL="0" lvl="8" indent="0" algn="r">
              <a:spcBef>
                <a:spcPts val="0"/>
              </a:spcBef>
              <a:buNone/>
              <a:defRPr sz="12360" b="0">
                <a:solidFill>
                  <a:srgbClr val="FF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1"/>
        <p:cNvGrpSpPr/>
        <p:nvPr/>
      </p:nvGrpSpPr>
      <p:grpSpPr>
        <a:xfrm>
          <a:off x="0" y="0"/>
          <a:ext cx="0" cy="0"/>
          <a:chOff x="0" y="0"/>
          <a:chExt cx="0" cy="0"/>
        </a:xfrm>
      </p:grpSpPr>
      <p:sp>
        <p:nvSpPr>
          <p:cNvPr id="72" name="Google Shape;72;p19"/>
          <p:cNvSpPr txBox="1">
            <a:spLocks noGrp="1"/>
          </p:cNvSpPr>
          <p:nvPr>
            <p:ph type="title"/>
          </p:nvPr>
        </p:nvSpPr>
        <p:spPr>
          <a:xfrm>
            <a:off x="788669" y="599439"/>
            <a:ext cx="12927330" cy="1989838"/>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9"/>
          <p:cNvSpPr txBox="1">
            <a:spLocks noGrp="1"/>
          </p:cNvSpPr>
          <p:nvPr>
            <p:ph type="body" idx="1"/>
          </p:nvPr>
        </p:nvSpPr>
        <p:spPr>
          <a:xfrm rot="5400000">
            <a:off x="5004512" y="-1778507"/>
            <a:ext cx="4519422" cy="12904470"/>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1560"/>
              </a:spcBef>
              <a:spcAft>
                <a:spcPts val="0"/>
              </a:spcAft>
              <a:buClr>
                <a:srgbClr val="262626"/>
              </a:buClr>
              <a:buSzPts val="1800"/>
              <a:buChar char=" "/>
              <a:defRPr/>
            </a:lvl1pPr>
            <a:lvl2pPr marL="914400" lvl="1" indent="-342900" algn="l">
              <a:lnSpc>
                <a:spcPct val="85000"/>
              </a:lnSpc>
              <a:spcBef>
                <a:spcPts val="720"/>
              </a:spcBef>
              <a:spcAft>
                <a:spcPts val="0"/>
              </a:spcAft>
              <a:buClr>
                <a:srgbClr val="262626"/>
              </a:buClr>
              <a:buSzPts val="1800"/>
              <a:buChar char=" "/>
              <a:defRPr/>
            </a:lvl2pPr>
            <a:lvl3pPr marL="1371600" lvl="2" indent="-342900" algn="l">
              <a:lnSpc>
                <a:spcPct val="85000"/>
              </a:lnSpc>
              <a:spcBef>
                <a:spcPts val="720"/>
              </a:spcBef>
              <a:spcAft>
                <a:spcPts val="0"/>
              </a:spcAft>
              <a:buClr>
                <a:srgbClr val="262626"/>
              </a:buClr>
              <a:buSzPts val="1800"/>
              <a:buChar char=" "/>
              <a:defRPr/>
            </a:lvl3pPr>
            <a:lvl4pPr marL="1828800" lvl="3" indent="-342900" algn="l">
              <a:lnSpc>
                <a:spcPct val="85000"/>
              </a:lnSpc>
              <a:spcBef>
                <a:spcPts val="720"/>
              </a:spcBef>
              <a:spcAft>
                <a:spcPts val="0"/>
              </a:spcAft>
              <a:buClr>
                <a:srgbClr val="262626"/>
              </a:buClr>
              <a:buSzPts val="1800"/>
              <a:buChar char=" "/>
              <a:defRPr/>
            </a:lvl4pPr>
            <a:lvl5pPr marL="2286000" lvl="4" indent="-342900" algn="l">
              <a:lnSpc>
                <a:spcPct val="85000"/>
              </a:lnSpc>
              <a:spcBef>
                <a:spcPts val="720"/>
              </a:spcBef>
              <a:spcAft>
                <a:spcPts val="0"/>
              </a:spcAft>
              <a:buClr>
                <a:srgbClr val="262626"/>
              </a:buClr>
              <a:buSzPts val="1800"/>
              <a:buChar char=" "/>
              <a:defRPr/>
            </a:lvl5pPr>
            <a:lvl6pPr marL="2743200" lvl="5" indent="-342900" algn="l">
              <a:lnSpc>
                <a:spcPct val="85000"/>
              </a:lnSpc>
              <a:spcBef>
                <a:spcPts val="720"/>
              </a:spcBef>
              <a:spcAft>
                <a:spcPts val="0"/>
              </a:spcAft>
              <a:buClr>
                <a:srgbClr val="262626"/>
              </a:buClr>
              <a:buSzPts val="1800"/>
              <a:buChar char=" "/>
              <a:defRPr/>
            </a:lvl6pPr>
            <a:lvl7pPr marL="3200400" lvl="6" indent="-342900" algn="l">
              <a:lnSpc>
                <a:spcPct val="85000"/>
              </a:lnSpc>
              <a:spcBef>
                <a:spcPts val="720"/>
              </a:spcBef>
              <a:spcAft>
                <a:spcPts val="0"/>
              </a:spcAft>
              <a:buClr>
                <a:srgbClr val="262626"/>
              </a:buClr>
              <a:buSzPts val="1800"/>
              <a:buChar char=" "/>
              <a:defRPr/>
            </a:lvl7pPr>
            <a:lvl8pPr marL="3657600" lvl="7" indent="-342900" algn="l">
              <a:lnSpc>
                <a:spcPct val="85000"/>
              </a:lnSpc>
              <a:spcBef>
                <a:spcPts val="720"/>
              </a:spcBef>
              <a:spcAft>
                <a:spcPts val="0"/>
              </a:spcAft>
              <a:buClr>
                <a:srgbClr val="262626"/>
              </a:buClr>
              <a:buSzPts val="1800"/>
              <a:buChar char=" "/>
              <a:defRPr/>
            </a:lvl8pPr>
            <a:lvl9pPr marL="4114800" lvl="8" indent="-342900" algn="l">
              <a:lnSpc>
                <a:spcPct val="85000"/>
              </a:lnSpc>
              <a:spcBef>
                <a:spcPts val="720"/>
              </a:spcBef>
              <a:spcAft>
                <a:spcPts val="0"/>
              </a:spcAft>
              <a:buClr>
                <a:srgbClr val="262626"/>
              </a:buClr>
              <a:buSzPts val="1800"/>
              <a:buChar char=" "/>
              <a:defRPr/>
            </a:lvl9pPr>
          </a:lstStyle>
          <a:p>
            <a:endParaRPr/>
          </a:p>
        </p:txBody>
      </p:sp>
      <p:sp>
        <p:nvSpPr>
          <p:cNvPr id="74" name="Google Shape;74;p19"/>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9"/>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rot="5400000">
            <a:off x="9189720" y="2137410"/>
            <a:ext cx="5760720" cy="315468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0"/>
          <p:cNvSpPr txBox="1">
            <a:spLocks noGrp="1"/>
          </p:cNvSpPr>
          <p:nvPr>
            <p:ph type="body" idx="1"/>
          </p:nvPr>
        </p:nvSpPr>
        <p:spPr>
          <a:xfrm rot="5400000">
            <a:off x="2326005" y="-542924"/>
            <a:ext cx="6480810" cy="9281160"/>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1560"/>
              </a:spcBef>
              <a:spcAft>
                <a:spcPts val="0"/>
              </a:spcAft>
              <a:buClr>
                <a:srgbClr val="262626"/>
              </a:buClr>
              <a:buSzPts val="1800"/>
              <a:buChar char=" "/>
              <a:defRPr/>
            </a:lvl1pPr>
            <a:lvl2pPr marL="914400" lvl="1" indent="-342900" algn="l">
              <a:lnSpc>
                <a:spcPct val="85000"/>
              </a:lnSpc>
              <a:spcBef>
                <a:spcPts val="720"/>
              </a:spcBef>
              <a:spcAft>
                <a:spcPts val="0"/>
              </a:spcAft>
              <a:buClr>
                <a:srgbClr val="262626"/>
              </a:buClr>
              <a:buSzPts val="1800"/>
              <a:buChar char=" "/>
              <a:defRPr/>
            </a:lvl2pPr>
            <a:lvl3pPr marL="1371600" lvl="2" indent="-342900" algn="l">
              <a:lnSpc>
                <a:spcPct val="85000"/>
              </a:lnSpc>
              <a:spcBef>
                <a:spcPts val="720"/>
              </a:spcBef>
              <a:spcAft>
                <a:spcPts val="0"/>
              </a:spcAft>
              <a:buClr>
                <a:srgbClr val="262626"/>
              </a:buClr>
              <a:buSzPts val="1800"/>
              <a:buChar char=" "/>
              <a:defRPr/>
            </a:lvl3pPr>
            <a:lvl4pPr marL="1828800" lvl="3" indent="-342900" algn="l">
              <a:lnSpc>
                <a:spcPct val="85000"/>
              </a:lnSpc>
              <a:spcBef>
                <a:spcPts val="720"/>
              </a:spcBef>
              <a:spcAft>
                <a:spcPts val="0"/>
              </a:spcAft>
              <a:buClr>
                <a:srgbClr val="262626"/>
              </a:buClr>
              <a:buSzPts val="1800"/>
              <a:buChar char=" "/>
              <a:defRPr/>
            </a:lvl4pPr>
            <a:lvl5pPr marL="2286000" lvl="4" indent="-342900" algn="l">
              <a:lnSpc>
                <a:spcPct val="85000"/>
              </a:lnSpc>
              <a:spcBef>
                <a:spcPts val="720"/>
              </a:spcBef>
              <a:spcAft>
                <a:spcPts val="0"/>
              </a:spcAft>
              <a:buClr>
                <a:srgbClr val="262626"/>
              </a:buClr>
              <a:buSzPts val="1800"/>
              <a:buChar char=" "/>
              <a:defRPr/>
            </a:lvl5pPr>
            <a:lvl6pPr marL="2743200" lvl="5" indent="-342900" algn="l">
              <a:lnSpc>
                <a:spcPct val="85000"/>
              </a:lnSpc>
              <a:spcBef>
                <a:spcPts val="720"/>
              </a:spcBef>
              <a:spcAft>
                <a:spcPts val="0"/>
              </a:spcAft>
              <a:buClr>
                <a:srgbClr val="262626"/>
              </a:buClr>
              <a:buSzPts val="1800"/>
              <a:buChar char=" "/>
              <a:defRPr/>
            </a:lvl6pPr>
            <a:lvl7pPr marL="3200400" lvl="6" indent="-342900" algn="l">
              <a:lnSpc>
                <a:spcPct val="85000"/>
              </a:lnSpc>
              <a:spcBef>
                <a:spcPts val="720"/>
              </a:spcBef>
              <a:spcAft>
                <a:spcPts val="0"/>
              </a:spcAft>
              <a:buClr>
                <a:srgbClr val="262626"/>
              </a:buClr>
              <a:buSzPts val="1800"/>
              <a:buChar char=" "/>
              <a:defRPr/>
            </a:lvl7pPr>
            <a:lvl8pPr marL="3657600" lvl="7" indent="-342900" algn="l">
              <a:lnSpc>
                <a:spcPct val="85000"/>
              </a:lnSpc>
              <a:spcBef>
                <a:spcPts val="720"/>
              </a:spcBef>
              <a:spcAft>
                <a:spcPts val="0"/>
              </a:spcAft>
              <a:buClr>
                <a:srgbClr val="262626"/>
              </a:buClr>
              <a:buSzPts val="1800"/>
              <a:buChar char=" "/>
              <a:defRPr/>
            </a:lvl8pPr>
            <a:lvl9pPr marL="4114800" lvl="8" indent="-342900" algn="l">
              <a:lnSpc>
                <a:spcPct val="85000"/>
              </a:lnSpc>
              <a:spcBef>
                <a:spcPts val="720"/>
              </a:spcBef>
              <a:spcAft>
                <a:spcPts val="0"/>
              </a:spcAft>
              <a:buClr>
                <a:srgbClr val="262626"/>
              </a:buClr>
              <a:buSzPts val="1800"/>
              <a:buChar char=" "/>
              <a:defRPr/>
            </a:lvl9pPr>
          </a:lstStyle>
          <a:p>
            <a:endParaRPr/>
          </a:p>
        </p:txBody>
      </p:sp>
      <p:sp>
        <p:nvSpPr>
          <p:cNvPr id="80" name="Google Shape;80;p20"/>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0"/>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788669" y="599439"/>
            <a:ext cx="12927330" cy="1989838"/>
          </a:xfrm>
          <a:prstGeom prst="rect">
            <a:avLst/>
          </a:prstGeom>
          <a:noFill/>
          <a:ln>
            <a:noFill/>
          </a:ln>
        </p:spPr>
        <p:txBody>
          <a:bodyPr spcFirstLastPara="1" wrap="square" lIns="91425" tIns="45700" rIns="91425" bIns="45700" anchor="ctr" anchorCtr="0">
            <a:normAutofit/>
          </a:bodyPr>
          <a:lstStyle>
            <a:lvl1pPr marR="0" lvl="0" algn="l" rtl="0">
              <a:lnSpc>
                <a:spcPct val="85000"/>
              </a:lnSpc>
              <a:spcBef>
                <a:spcPts val="0"/>
              </a:spcBef>
              <a:spcAft>
                <a:spcPts val="0"/>
              </a:spcAft>
              <a:buClr>
                <a:schemeClr val="accent1"/>
              </a:buClr>
              <a:buSzPts val="6480"/>
              <a:buFont typeface="Century Gothic"/>
              <a:buNone/>
              <a:defRPr sz="6480" b="0" i="0" u="none" strike="noStrike" cap="non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11988" y="2414017"/>
            <a:ext cx="12904470" cy="4519422"/>
          </a:xfrm>
          <a:prstGeom prst="rect">
            <a:avLst/>
          </a:prstGeom>
          <a:noFill/>
          <a:ln>
            <a:noFill/>
          </a:ln>
        </p:spPr>
        <p:txBody>
          <a:bodyPr spcFirstLastPara="1" wrap="square" lIns="91425" tIns="45700" rIns="91425" bIns="45700" anchor="t" anchorCtr="0">
            <a:normAutofit/>
          </a:bodyPr>
          <a:lstStyle>
            <a:lvl1pPr marL="457200" marR="0" lvl="0" indent="-411480" algn="l" rtl="0">
              <a:lnSpc>
                <a:spcPct val="85000"/>
              </a:lnSpc>
              <a:spcBef>
                <a:spcPts val="1560"/>
              </a:spcBef>
              <a:spcAft>
                <a:spcPts val="0"/>
              </a:spcAft>
              <a:buClr>
                <a:srgbClr val="262626"/>
              </a:buClr>
              <a:buSzPts val="2880"/>
              <a:buFont typeface="Arial"/>
              <a:buChar char=" "/>
              <a:defRPr sz="2880" b="0" i="0" u="none" strike="noStrike" cap="none">
                <a:solidFill>
                  <a:srgbClr val="262626"/>
                </a:solidFill>
                <a:latin typeface="Century Gothic"/>
                <a:ea typeface="Century Gothic"/>
                <a:cs typeface="Century Gothic"/>
                <a:sym typeface="Century Gothic"/>
              </a:defRPr>
            </a:lvl1pPr>
            <a:lvl2pPr marL="914400" marR="0" lvl="1" indent="-411480" algn="l" rtl="0">
              <a:lnSpc>
                <a:spcPct val="85000"/>
              </a:lnSpc>
              <a:spcBef>
                <a:spcPts val="720"/>
              </a:spcBef>
              <a:spcAft>
                <a:spcPts val="0"/>
              </a:spcAft>
              <a:buClr>
                <a:srgbClr val="262626"/>
              </a:buClr>
              <a:buSzPts val="2880"/>
              <a:buFont typeface="Arial"/>
              <a:buChar char=" "/>
              <a:defRPr sz="2880" b="0" i="0" u="none" strike="noStrike" cap="none">
                <a:solidFill>
                  <a:srgbClr val="262626"/>
                </a:solidFill>
                <a:latin typeface="Century Gothic"/>
                <a:ea typeface="Century Gothic"/>
                <a:cs typeface="Century Gothic"/>
                <a:sym typeface="Century Gothic"/>
              </a:defRPr>
            </a:lvl2pPr>
            <a:lvl3pPr marL="1371600" marR="0" lvl="2" indent="-381000" algn="l" rtl="0">
              <a:lnSpc>
                <a:spcPct val="85000"/>
              </a:lnSpc>
              <a:spcBef>
                <a:spcPts val="720"/>
              </a:spcBef>
              <a:spcAft>
                <a:spcPts val="0"/>
              </a:spcAft>
              <a:buClr>
                <a:srgbClr val="262626"/>
              </a:buClr>
              <a:buSzPts val="2400"/>
              <a:buFont typeface="Arial"/>
              <a:buChar char=" "/>
              <a:defRPr sz="2400" b="0" i="1" u="none" strike="noStrike" cap="none">
                <a:solidFill>
                  <a:srgbClr val="262626"/>
                </a:solidFill>
                <a:latin typeface="Century Gothic"/>
                <a:ea typeface="Century Gothic"/>
                <a:cs typeface="Century Gothic"/>
                <a:sym typeface="Century Gothic"/>
              </a:defRPr>
            </a:lvl3pPr>
            <a:lvl4pPr marL="1828800" marR="0" lvl="3" indent="-365760" algn="l" rtl="0">
              <a:lnSpc>
                <a:spcPct val="85000"/>
              </a:lnSpc>
              <a:spcBef>
                <a:spcPts val="720"/>
              </a:spcBef>
              <a:spcAft>
                <a:spcPts val="0"/>
              </a:spcAft>
              <a:buClr>
                <a:srgbClr val="262626"/>
              </a:buClr>
              <a:buSzPts val="2160"/>
              <a:buFont typeface="Arial"/>
              <a:buChar char=" "/>
              <a:defRPr sz="2160" b="0" i="0" u="none" strike="noStrike" cap="none">
                <a:solidFill>
                  <a:srgbClr val="262626"/>
                </a:solidFill>
                <a:latin typeface="Century Gothic"/>
                <a:ea typeface="Century Gothic"/>
                <a:cs typeface="Century Gothic"/>
                <a:sym typeface="Century Gothic"/>
              </a:defRPr>
            </a:lvl4pPr>
            <a:lvl5pPr marL="2286000" marR="0" lvl="4" indent="-365760" algn="l" rtl="0">
              <a:lnSpc>
                <a:spcPct val="85000"/>
              </a:lnSpc>
              <a:spcBef>
                <a:spcPts val="720"/>
              </a:spcBef>
              <a:spcAft>
                <a:spcPts val="0"/>
              </a:spcAft>
              <a:buClr>
                <a:srgbClr val="262626"/>
              </a:buClr>
              <a:buSzPts val="2160"/>
              <a:buFont typeface="Arial"/>
              <a:buChar char=" "/>
              <a:defRPr sz="2160" b="0" i="0" u="none" strike="noStrike" cap="none">
                <a:solidFill>
                  <a:srgbClr val="262626"/>
                </a:solidFill>
                <a:latin typeface="Century Gothic"/>
                <a:ea typeface="Century Gothic"/>
                <a:cs typeface="Century Gothic"/>
                <a:sym typeface="Century Gothic"/>
              </a:defRPr>
            </a:lvl5pPr>
            <a:lvl6pPr marL="2743200" marR="0" lvl="5" indent="-365760" algn="l" rtl="0">
              <a:lnSpc>
                <a:spcPct val="85000"/>
              </a:lnSpc>
              <a:spcBef>
                <a:spcPts val="720"/>
              </a:spcBef>
              <a:spcAft>
                <a:spcPts val="0"/>
              </a:spcAft>
              <a:buClr>
                <a:srgbClr val="262626"/>
              </a:buClr>
              <a:buSzPts val="2160"/>
              <a:buFont typeface="Arial"/>
              <a:buChar char=" "/>
              <a:defRPr sz="2160" b="0" i="0" u="none" strike="noStrike" cap="none">
                <a:solidFill>
                  <a:srgbClr val="262626"/>
                </a:solidFill>
                <a:latin typeface="Century Gothic"/>
                <a:ea typeface="Century Gothic"/>
                <a:cs typeface="Century Gothic"/>
                <a:sym typeface="Century Gothic"/>
              </a:defRPr>
            </a:lvl6pPr>
            <a:lvl7pPr marL="3200400" marR="0" lvl="6" indent="-365760" algn="l" rtl="0">
              <a:lnSpc>
                <a:spcPct val="85000"/>
              </a:lnSpc>
              <a:spcBef>
                <a:spcPts val="720"/>
              </a:spcBef>
              <a:spcAft>
                <a:spcPts val="0"/>
              </a:spcAft>
              <a:buClr>
                <a:srgbClr val="262626"/>
              </a:buClr>
              <a:buSzPts val="2160"/>
              <a:buFont typeface="Arial"/>
              <a:buChar char=" "/>
              <a:defRPr sz="2160" b="0" i="0" u="none" strike="noStrike" cap="none">
                <a:solidFill>
                  <a:srgbClr val="262626"/>
                </a:solidFill>
                <a:latin typeface="Century Gothic"/>
                <a:ea typeface="Century Gothic"/>
                <a:cs typeface="Century Gothic"/>
                <a:sym typeface="Century Gothic"/>
              </a:defRPr>
            </a:lvl7pPr>
            <a:lvl8pPr marL="3657600" marR="0" lvl="7" indent="-365759" algn="l" rtl="0">
              <a:lnSpc>
                <a:spcPct val="85000"/>
              </a:lnSpc>
              <a:spcBef>
                <a:spcPts val="720"/>
              </a:spcBef>
              <a:spcAft>
                <a:spcPts val="0"/>
              </a:spcAft>
              <a:buClr>
                <a:srgbClr val="262626"/>
              </a:buClr>
              <a:buSzPts val="2160"/>
              <a:buFont typeface="Arial"/>
              <a:buChar char=" "/>
              <a:defRPr sz="2160" b="0" i="0" u="none" strike="noStrike" cap="none">
                <a:solidFill>
                  <a:srgbClr val="262626"/>
                </a:solidFill>
                <a:latin typeface="Century Gothic"/>
                <a:ea typeface="Century Gothic"/>
                <a:cs typeface="Century Gothic"/>
                <a:sym typeface="Century Gothic"/>
              </a:defRPr>
            </a:lvl8pPr>
            <a:lvl9pPr marL="4114800" marR="0" lvl="8" indent="-365759" algn="l" rtl="0">
              <a:lnSpc>
                <a:spcPct val="85000"/>
              </a:lnSpc>
              <a:spcBef>
                <a:spcPts val="720"/>
              </a:spcBef>
              <a:spcAft>
                <a:spcPts val="0"/>
              </a:spcAft>
              <a:buClr>
                <a:srgbClr val="262626"/>
              </a:buClr>
              <a:buSzPts val="2160"/>
              <a:buFont typeface="Arial"/>
              <a:buChar char=" "/>
              <a:defRPr sz="2160" b="0" i="0" u="none" strike="noStrike" cap="none">
                <a:solidFill>
                  <a:srgbClr val="262626"/>
                </a:solidFill>
                <a:latin typeface="Century Gothic"/>
                <a:ea typeface="Century Gothic"/>
                <a:cs typeface="Century Gothic"/>
                <a:sym typeface="Century Gothic"/>
              </a:defRPr>
            </a:lvl9pPr>
          </a:lstStyle>
          <a:p>
            <a:endParaRPr/>
          </a:p>
        </p:txBody>
      </p:sp>
      <p:sp>
        <p:nvSpPr>
          <p:cNvPr id="8" name="Google Shape;8;p8"/>
          <p:cNvSpPr txBox="1">
            <a:spLocks noGrp="1"/>
          </p:cNvSpPr>
          <p:nvPr>
            <p:ph type="dt" idx="10"/>
          </p:nvPr>
        </p:nvSpPr>
        <p:spPr>
          <a:xfrm>
            <a:off x="822960" y="7694936"/>
            <a:ext cx="4937760" cy="2743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4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9" name="Google Shape;9;p8"/>
          <p:cNvSpPr txBox="1">
            <a:spLocks noGrp="1"/>
          </p:cNvSpPr>
          <p:nvPr>
            <p:ph type="ftr" idx="11"/>
          </p:nvPr>
        </p:nvSpPr>
        <p:spPr>
          <a:xfrm>
            <a:off x="822960" y="7865636"/>
            <a:ext cx="6035040" cy="2743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4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0" name="Google Shape;10;p8"/>
          <p:cNvSpPr txBox="1">
            <a:spLocks noGrp="1"/>
          </p:cNvSpPr>
          <p:nvPr>
            <p:ph type="sldNum" idx="12"/>
          </p:nvPr>
        </p:nvSpPr>
        <p:spPr>
          <a:xfrm>
            <a:off x="10516711" y="7051695"/>
            <a:ext cx="3511296" cy="1676447"/>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2360" b="0" i="0" u="none" strike="noStrike" cap="none">
                <a:solidFill>
                  <a:schemeClr val="accent1"/>
                </a:solidFill>
                <a:latin typeface="Century Gothic"/>
                <a:ea typeface="Century Gothic"/>
                <a:cs typeface="Century Gothic"/>
                <a:sym typeface="Century Gothic"/>
              </a:defRPr>
            </a:lvl1pPr>
            <a:lvl2pPr marL="0" marR="0" lvl="1" indent="0" algn="r" rtl="0">
              <a:spcBef>
                <a:spcPts val="0"/>
              </a:spcBef>
              <a:buNone/>
              <a:defRPr sz="12360" b="0" i="0" u="none" strike="noStrike" cap="none">
                <a:solidFill>
                  <a:schemeClr val="accent1"/>
                </a:solidFill>
                <a:latin typeface="Century Gothic"/>
                <a:ea typeface="Century Gothic"/>
                <a:cs typeface="Century Gothic"/>
                <a:sym typeface="Century Gothic"/>
              </a:defRPr>
            </a:lvl2pPr>
            <a:lvl3pPr marL="0" marR="0" lvl="2" indent="0" algn="r" rtl="0">
              <a:spcBef>
                <a:spcPts val="0"/>
              </a:spcBef>
              <a:buNone/>
              <a:defRPr sz="12360" b="0" i="0" u="none" strike="noStrike" cap="none">
                <a:solidFill>
                  <a:schemeClr val="accent1"/>
                </a:solidFill>
                <a:latin typeface="Century Gothic"/>
                <a:ea typeface="Century Gothic"/>
                <a:cs typeface="Century Gothic"/>
                <a:sym typeface="Century Gothic"/>
              </a:defRPr>
            </a:lvl3pPr>
            <a:lvl4pPr marL="0" marR="0" lvl="3" indent="0" algn="r" rtl="0">
              <a:spcBef>
                <a:spcPts val="0"/>
              </a:spcBef>
              <a:buNone/>
              <a:defRPr sz="12360" b="0" i="0" u="none" strike="noStrike" cap="none">
                <a:solidFill>
                  <a:schemeClr val="accent1"/>
                </a:solidFill>
                <a:latin typeface="Century Gothic"/>
                <a:ea typeface="Century Gothic"/>
                <a:cs typeface="Century Gothic"/>
                <a:sym typeface="Century Gothic"/>
              </a:defRPr>
            </a:lvl4pPr>
            <a:lvl5pPr marL="0" marR="0" lvl="4" indent="0" algn="r" rtl="0">
              <a:spcBef>
                <a:spcPts val="0"/>
              </a:spcBef>
              <a:buNone/>
              <a:defRPr sz="12360" b="0" i="0" u="none" strike="noStrike" cap="none">
                <a:solidFill>
                  <a:schemeClr val="accent1"/>
                </a:solidFill>
                <a:latin typeface="Century Gothic"/>
                <a:ea typeface="Century Gothic"/>
                <a:cs typeface="Century Gothic"/>
                <a:sym typeface="Century Gothic"/>
              </a:defRPr>
            </a:lvl5pPr>
            <a:lvl6pPr marL="0" marR="0" lvl="5" indent="0" algn="r" rtl="0">
              <a:spcBef>
                <a:spcPts val="0"/>
              </a:spcBef>
              <a:buNone/>
              <a:defRPr sz="12360" b="0" i="0" u="none" strike="noStrike" cap="none">
                <a:solidFill>
                  <a:schemeClr val="accent1"/>
                </a:solidFill>
                <a:latin typeface="Century Gothic"/>
                <a:ea typeface="Century Gothic"/>
                <a:cs typeface="Century Gothic"/>
                <a:sym typeface="Century Gothic"/>
              </a:defRPr>
            </a:lvl6pPr>
            <a:lvl7pPr marL="0" marR="0" lvl="6" indent="0" algn="r" rtl="0">
              <a:spcBef>
                <a:spcPts val="0"/>
              </a:spcBef>
              <a:buNone/>
              <a:defRPr sz="12360" b="0" i="0" u="none" strike="noStrike" cap="none">
                <a:solidFill>
                  <a:schemeClr val="accent1"/>
                </a:solidFill>
                <a:latin typeface="Century Gothic"/>
                <a:ea typeface="Century Gothic"/>
                <a:cs typeface="Century Gothic"/>
                <a:sym typeface="Century Gothic"/>
              </a:defRPr>
            </a:lvl7pPr>
            <a:lvl8pPr marL="0" marR="0" lvl="7" indent="0" algn="r" rtl="0">
              <a:spcBef>
                <a:spcPts val="0"/>
              </a:spcBef>
              <a:buNone/>
              <a:defRPr sz="12360" b="0" i="0" u="none" strike="noStrike" cap="none">
                <a:solidFill>
                  <a:schemeClr val="accent1"/>
                </a:solidFill>
                <a:latin typeface="Century Gothic"/>
                <a:ea typeface="Century Gothic"/>
                <a:cs typeface="Century Gothic"/>
                <a:sym typeface="Century Gothic"/>
              </a:defRPr>
            </a:lvl8pPr>
            <a:lvl9pPr marL="0" marR="0" lvl="8" indent="0" algn="r" rtl="0">
              <a:spcBef>
                <a:spcPts val="0"/>
              </a:spcBef>
              <a:buNone/>
              <a:defRPr sz="1236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6"/>
        <p:cNvGrpSpPr/>
        <p:nvPr/>
      </p:nvGrpSpPr>
      <p:grpSpPr>
        <a:xfrm>
          <a:off x="0" y="0"/>
          <a:ext cx="0" cy="0"/>
          <a:chOff x="0" y="0"/>
          <a:chExt cx="0" cy="0"/>
        </a:xfrm>
      </p:grpSpPr>
      <p:pic>
        <p:nvPicPr>
          <p:cNvPr id="87" name="Google Shape;87;g3cf1804cc52_0_0" descr="Desarrollo móvil: cómo funciona el mercado - beecrowd"/>
          <p:cNvPicPr preferRelativeResize="0"/>
          <p:nvPr/>
        </p:nvPicPr>
        <p:blipFill rotWithShape="1">
          <a:blip r:embed="rId3">
            <a:alphaModFix/>
          </a:blip>
          <a:srcRect t="5107" b="19897"/>
          <a:stretch/>
        </p:blipFill>
        <p:spPr>
          <a:xfrm>
            <a:off x="0" y="1"/>
            <a:ext cx="14630398" cy="8229600"/>
          </a:xfrm>
          <a:prstGeom prst="rect">
            <a:avLst/>
          </a:prstGeom>
          <a:noFill/>
          <a:ln>
            <a:noFill/>
          </a:ln>
        </p:spPr>
      </p:pic>
      <p:sp>
        <p:nvSpPr>
          <p:cNvPr id="88" name="Google Shape;88;g3cf1804cc52_0_0"/>
          <p:cNvSpPr/>
          <p:nvPr/>
        </p:nvSpPr>
        <p:spPr>
          <a:xfrm>
            <a:off x="5602250" y="3851910"/>
            <a:ext cx="9028200" cy="2766300"/>
          </a:xfrm>
          <a:prstGeom prst="rect">
            <a:avLst/>
          </a:prstGeom>
          <a:solidFill>
            <a:srgbClr val="0C0C0C">
              <a:alpha val="49800"/>
            </a:srgbClr>
          </a:solidFill>
          <a:ln>
            <a:noFill/>
          </a:ln>
        </p:spPr>
        <p:txBody>
          <a:bodyPr spcFirstLastPara="1" wrap="square" lIns="109700" tIns="54850" rIns="109700" bIns="548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lt1"/>
              </a:solidFill>
              <a:latin typeface="Century Gothic"/>
              <a:ea typeface="Century Gothic"/>
              <a:cs typeface="Century Gothic"/>
              <a:sym typeface="Century Gothic"/>
            </a:endParaRPr>
          </a:p>
        </p:txBody>
      </p:sp>
      <p:sp>
        <p:nvSpPr>
          <p:cNvPr id="89" name="Google Shape;89;g3cf1804cc52_0_0"/>
          <p:cNvSpPr txBox="1">
            <a:spLocks noGrp="1"/>
          </p:cNvSpPr>
          <p:nvPr>
            <p:ph type="title"/>
          </p:nvPr>
        </p:nvSpPr>
        <p:spPr>
          <a:xfrm>
            <a:off x="5982620" y="4010033"/>
            <a:ext cx="7764900" cy="1475400"/>
          </a:xfrm>
          <a:prstGeom prst="rect">
            <a:avLst/>
          </a:prstGeom>
          <a:noFill/>
          <a:ln>
            <a:noFill/>
          </a:ln>
        </p:spPr>
        <p:txBody>
          <a:bodyPr spcFirstLastPara="1" wrap="square" lIns="109700" tIns="54850" rIns="109700" bIns="54850" anchor="b" anchorCtr="0">
            <a:noAutofit/>
          </a:bodyPr>
          <a:lstStyle/>
          <a:p>
            <a:pPr marL="0" lvl="0" indent="0" algn="l" rtl="0">
              <a:lnSpc>
                <a:spcPct val="90000"/>
              </a:lnSpc>
              <a:spcBef>
                <a:spcPts val="0"/>
              </a:spcBef>
              <a:spcAft>
                <a:spcPts val="0"/>
              </a:spcAft>
              <a:buClr>
                <a:schemeClr val="lt1"/>
              </a:buClr>
              <a:buSzPts val="3800"/>
              <a:buFont typeface="Century Gothic"/>
              <a:buNone/>
            </a:pPr>
            <a:r>
              <a:rPr lang="en-US" sz="3800">
                <a:solidFill>
                  <a:schemeClr val="lt1"/>
                </a:solidFill>
              </a:rPr>
              <a:t>Estructuras de Datos II</a:t>
            </a:r>
            <a:endParaRPr>
              <a:solidFill>
                <a:schemeClr val="lt1"/>
              </a:solidFill>
            </a:endParaRPr>
          </a:p>
        </p:txBody>
      </p:sp>
      <p:sp>
        <p:nvSpPr>
          <p:cNvPr id="90" name="Google Shape;90;g3cf1804cc52_0_0"/>
          <p:cNvSpPr txBox="1">
            <a:spLocks noGrp="1"/>
          </p:cNvSpPr>
          <p:nvPr>
            <p:ph type="body" idx="1"/>
          </p:nvPr>
        </p:nvSpPr>
        <p:spPr>
          <a:xfrm>
            <a:off x="5982619" y="5592390"/>
            <a:ext cx="8177100" cy="834000"/>
          </a:xfrm>
          <a:prstGeom prst="rect">
            <a:avLst/>
          </a:prstGeom>
          <a:noFill/>
          <a:ln>
            <a:noFill/>
          </a:ln>
        </p:spPr>
        <p:txBody>
          <a:bodyPr spcFirstLastPara="1" wrap="square" lIns="109700" tIns="54850" rIns="109700" bIns="54850" anchor="t" anchorCtr="0">
            <a:normAutofit lnSpcReduction="10000"/>
          </a:bodyPr>
          <a:lstStyle/>
          <a:p>
            <a:pPr marL="0" lvl="0" indent="0" algn="l" rtl="0">
              <a:lnSpc>
                <a:spcPct val="90000"/>
              </a:lnSpc>
              <a:spcBef>
                <a:spcPts val="0"/>
              </a:spcBef>
              <a:spcAft>
                <a:spcPts val="0"/>
              </a:spcAft>
              <a:buClr>
                <a:schemeClr val="lt1"/>
              </a:buClr>
              <a:buSzPts val="1900"/>
              <a:buNone/>
            </a:pPr>
            <a:r>
              <a:rPr lang="en-US" sz="1900" cap="none">
                <a:solidFill>
                  <a:schemeClr val="lt1"/>
                </a:solidFill>
                <a:latin typeface="Century Gothic"/>
                <a:ea typeface="Century Gothic"/>
                <a:cs typeface="Century Gothic"/>
                <a:sym typeface="Century Gothic"/>
              </a:rPr>
              <a:t>JONATHAN LÓPEZ LONDOÑO</a:t>
            </a:r>
            <a:br>
              <a:rPr lang="en-US" sz="1900" cap="none">
                <a:solidFill>
                  <a:schemeClr val="lt1"/>
                </a:solidFill>
                <a:latin typeface="Century Gothic"/>
                <a:ea typeface="Century Gothic"/>
                <a:cs typeface="Century Gothic"/>
                <a:sym typeface="Century Gothic"/>
              </a:rPr>
            </a:br>
            <a:r>
              <a:rPr lang="en-US" sz="1900" cap="none">
                <a:solidFill>
                  <a:schemeClr val="lt1"/>
                </a:solidFill>
                <a:latin typeface="Century Gothic"/>
                <a:ea typeface="Century Gothic"/>
                <a:cs typeface="Century Gothic"/>
                <a:sym typeface="Century Gothic"/>
              </a:rPr>
              <a:t>JLOPEZL@UAO.EDU.CO</a:t>
            </a:r>
            <a:br>
              <a:rPr lang="en-US" sz="1900" cap="none">
                <a:solidFill>
                  <a:schemeClr val="lt1"/>
                </a:solidFill>
                <a:latin typeface="Century Gothic"/>
                <a:ea typeface="Century Gothic"/>
                <a:cs typeface="Century Gothic"/>
                <a:sym typeface="Century Gothic"/>
              </a:rPr>
            </a:br>
            <a:r>
              <a:rPr lang="en-US" sz="1900" cap="none">
                <a:solidFill>
                  <a:schemeClr val="lt1"/>
                </a:solidFill>
                <a:latin typeface="Century Gothic"/>
                <a:ea typeface="Century Gothic"/>
                <a:cs typeface="Century Gothic"/>
                <a:sym typeface="Century Gothic"/>
              </a:rPr>
              <a:t>315 926 5443</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788669" y="599439"/>
            <a:ext cx="7835786" cy="1989838"/>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5400"/>
              <a:buFont typeface="Century Gothic"/>
              <a:buNone/>
            </a:pPr>
            <a:r>
              <a:rPr lang="en-US" sz="5400" dirty="0"/>
              <a:t>Stacks</a:t>
            </a:r>
            <a:endParaRPr dirty="0"/>
          </a:p>
        </p:txBody>
      </p:sp>
      <p:sp>
        <p:nvSpPr>
          <p:cNvPr id="96" name="Google Shape;96;p2"/>
          <p:cNvSpPr txBox="1"/>
          <p:nvPr/>
        </p:nvSpPr>
        <p:spPr>
          <a:xfrm>
            <a:off x="964387" y="2550161"/>
            <a:ext cx="6174168" cy="4520794"/>
          </a:xfrm>
          <a:prstGeom prst="rect">
            <a:avLst/>
          </a:prstGeom>
          <a:noFill/>
          <a:ln>
            <a:noFill/>
          </a:ln>
        </p:spPr>
        <p:txBody>
          <a:bodyPr spcFirstLastPara="1" wrap="square" lIns="91425" tIns="45700" rIns="91425" bIns="45700" anchor="t" anchorCtr="0">
            <a:normAutofit/>
          </a:bodyPr>
          <a:lstStyle/>
          <a:p>
            <a:pPr marL="109728" lvl="0" indent="-152400">
              <a:buClr>
                <a:srgbClr val="262626"/>
              </a:buClr>
              <a:buSzPts val="2400"/>
              <a:buFont typeface="Arial"/>
              <a:buChar char=" "/>
            </a:pPr>
            <a:r>
              <a:rPr lang="es-ES" sz="2400" dirty="0">
                <a:solidFill>
                  <a:srgbClr val="262626"/>
                </a:solidFill>
                <a:latin typeface="Century Gothic"/>
                <a:ea typeface="Century Gothic"/>
                <a:cs typeface="Century Gothic"/>
                <a:sym typeface="Century Gothic"/>
              </a:rPr>
              <a:t>El ejemplo más común sobre </a:t>
            </a:r>
            <a:r>
              <a:rPr lang="es-ES" sz="2400" dirty="0" err="1">
                <a:solidFill>
                  <a:srgbClr val="262626"/>
                </a:solidFill>
                <a:latin typeface="Century Gothic"/>
                <a:ea typeface="Century Gothic"/>
                <a:cs typeface="Century Gothic"/>
                <a:sym typeface="Century Gothic"/>
              </a:rPr>
              <a:t>stacks</a:t>
            </a:r>
            <a:r>
              <a:rPr lang="es-ES" sz="2400" dirty="0">
                <a:solidFill>
                  <a:srgbClr val="262626"/>
                </a:solidFill>
                <a:latin typeface="Century Gothic"/>
                <a:ea typeface="Century Gothic"/>
                <a:cs typeface="Century Gothic"/>
                <a:sym typeface="Century Gothic"/>
              </a:rPr>
              <a:t> en programación es:</a:t>
            </a:r>
          </a:p>
          <a:p>
            <a:pPr marL="109728" lvl="0" indent="-152400">
              <a:buClr>
                <a:srgbClr val="262626"/>
              </a:buClr>
              <a:buSzPts val="2400"/>
              <a:buFont typeface="Arial"/>
              <a:buChar char=" "/>
            </a:pPr>
            <a:r>
              <a:rPr lang="es-ES" sz="2400" dirty="0">
                <a:solidFill>
                  <a:srgbClr val="262626"/>
                </a:solidFill>
                <a:latin typeface="Century Gothic"/>
                <a:ea typeface="Century Gothic"/>
                <a:cs typeface="Century Gothic"/>
                <a:sym typeface="Century Gothic"/>
              </a:rPr>
              <a:t> 
Imagina que tienes una pila de platos para lavar después de haber cenado con tu familia, y eres responsable de lavar esa pila de platos. 
¿Cómo lo empezarías? 
Bueno, la respuesta obvia viene desde el principio</a:t>
            </a:r>
            <a:endParaRPr sz="2400" dirty="0">
              <a:solidFill>
                <a:srgbClr val="262626"/>
              </a:solidFill>
              <a:latin typeface="Century Gothic"/>
              <a:ea typeface="Century Gothic"/>
              <a:cs typeface="Century Gothic"/>
              <a:sym typeface="Century Gothic"/>
            </a:endParaRPr>
          </a:p>
        </p:txBody>
      </p:sp>
      <p:pic>
        <p:nvPicPr>
          <p:cNvPr id="97" name="Google Shape;97;p2"/>
          <p:cNvPicPr preferRelativeResize="0"/>
          <p:nvPr/>
        </p:nvPicPr>
        <p:blipFill rotWithShape="1">
          <a:blip r:embed="rId3">
            <a:alphaModFix/>
          </a:blip>
          <a:srcRect/>
          <a:stretch/>
        </p:blipFill>
        <p:spPr>
          <a:xfrm>
            <a:off x="8304302" y="1268303"/>
            <a:ext cx="5680212" cy="569299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788669" y="599439"/>
            <a:ext cx="12927330" cy="1989838"/>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400"/>
              <a:buFont typeface="Century Gothic"/>
              <a:buNone/>
            </a:pPr>
            <a:r>
              <a:rPr lang="en-US"/>
              <a:t>Stacks</a:t>
            </a:r>
            <a:endParaRPr/>
          </a:p>
        </p:txBody>
      </p:sp>
      <p:sp>
        <p:nvSpPr>
          <p:cNvPr id="103" name="Google Shape;103;p3"/>
          <p:cNvSpPr txBox="1">
            <a:spLocks noGrp="1"/>
          </p:cNvSpPr>
          <p:nvPr>
            <p:ph type="body" idx="1"/>
          </p:nvPr>
        </p:nvSpPr>
        <p:spPr>
          <a:xfrm>
            <a:off x="811987" y="2397761"/>
            <a:ext cx="5596128" cy="4520794"/>
          </a:xfrm>
          <a:prstGeom prst="rect">
            <a:avLst/>
          </a:prstGeom>
          <a:noFill/>
          <a:ln>
            <a:noFill/>
          </a:ln>
        </p:spPr>
        <p:txBody>
          <a:bodyPr spcFirstLastPara="1" wrap="square" lIns="91425" tIns="45700" rIns="91425" bIns="45700" anchor="t" anchorCtr="0">
            <a:normAutofit fontScale="92500" lnSpcReduction="20000"/>
          </a:bodyPr>
          <a:lstStyle/>
          <a:p>
            <a:pPr marL="109728" lvl="0" indent="-152400" algn="l" rtl="0">
              <a:lnSpc>
                <a:spcPct val="100000"/>
              </a:lnSpc>
              <a:spcBef>
                <a:spcPts val="0"/>
              </a:spcBef>
              <a:spcAft>
                <a:spcPts val="0"/>
              </a:spcAft>
              <a:buClr>
                <a:srgbClr val="262626"/>
              </a:buClr>
              <a:buSzPts val="2400"/>
              <a:buFont typeface="Noto Sans Symbols"/>
              <a:buChar char="✔"/>
            </a:pPr>
            <a:r>
              <a:rPr lang="en-US" sz="2400" dirty="0"/>
              <a:t> A structure of sequential and ordered elements.</a:t>
            </a:r>
            <a:endParaRPr dirty="0"/>
          </a:p>
          <a:p>
            <a:pPr marL="109728" lvl="0" indent="-152400" algn="l" rtl="0">
              <a:lnSpc>
                <a:spcPct val="100000"/>
              </a:lnSpc>
              <a:spcBef>
                <a:spcPts val="1560"/>
              </a:spcBef>
              <a:spcAft>
                <a:spcPts val="0"/>
              </a:spcAft>
              <a:buClr>
                <a:srgbClr val="262626"/>
              </a:buClr>
              <a:buSzPts val="2400"/>
              <a:buFont typeface="Noto Sans Symbols"/>
              <a:buChar char="✔"/>
            </a:pPr>
            <a:r>
              <a:rPr lang="en-US" sz="2400" dirty="0"/>
              <a:t> Is based on the principle of last in first out (LIFO). Always the last element that we add, will be the first that we take out</a:t>
            </a:r>
          </a:p>
          <a:p>
            <a:pPr marL="109728" lvl="0" indent="-152400" algn="l" rtl="0">
              <a:lnSpc>
                <a:spcPct val="100000"/>
              </a:lnSpc>
              <a:spcBef>
                <a:spcPts val="1560"/>
              </a:spcBef>
              <a:spcAft>
                <a:spcPts val="0"/>
              </a:spcAft>
              <a:buClr>
                <a:srgbClr val="262626"/>
              </a:buClr>
              <a:buSzPts val="2400"/>
              <a:buFont typeface="Noto Sans Symbols"/>
              <a:buChar char="✔"/>
            </a:pPr>
            <a:endParaRPr lang="en-US" sz="2400" dirty="0"/>
          </a:p>
          <a:p>
            <a:pPr marL="109728" lvl="0" indent="-152400">
              <a:lnSpc>
                <a:spcPct val="100000"/>
              </a:lnSpc>
              <a:buSzPts val="2400"/>
              <a:buFont typeface="Noto Sans Symbols"/>
              <a:buChar char="✔"/>
            </a:pPr>
            <a:r>
              <a:rPr lang="es-ES" sz="2400" dirty="0"/>
              <a:t>Una estructura de elementos secuenciales y ordenados. 
 Se basa en el principio del último en entrar, primero en salir (LIFO). Siempre el último elemento que añadimos será el primero que eliminemos</a:t>
            </a:r>
            <a:endParaRPr sz="2400" dirty="0"/>
          </a:p>
        </p:txBody>
      </p:sp>
      <p:pic>
        <p:nvPicPr>
          <p:cNvPr id="104" name="Google Shape;104;p3"/>
          <p:cNvPicPr preferRelativeResize="0"/>
          <p:nvPr/>
        </p:nvPicPr>
        <p:blipFill rotWithShape="1">
          <a:blip r:embed="rId3">
            <a:alphaModFix/>
          </a:blip>
          <a:srcRect/>
          <a:stretch/>
        </p:blipFill>
        <p:spPr>
          <a:xfrm>
            <a:off x="8222287" y="1903378"/>
            <a:ext cx="4456090" cy="442284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788669" y="599439"/>
            <a:ext cx="12927330" cy="1989838"/>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400"/>
              <a:buFont typeface="Century Gothic"/>
              <a:buNone/>
            </a:pPr>
            <a:r>
              <a:rPr lang="en-US"/>
              <a:t>Using Stacks</a:t>
            </a:r>
            <a:endParaRPr/>
          </a:p>
        </p:txBody>
      </p:sp>
      <p:sp>
        <p:nvSpPr>
          <p:cNvPr id="110" name="Google Shape;110;p4"/>
          <p:cNvSpPr txBox="1">
            <a:spLocks noGrp="1"/>
          </p:cNvSpPr>
          <p:nvPr>
            <p:ph type="body" idx="1"/>
          </p:nvPr>
        </p:nvSpPr>
        <p:spPr>
          <a:xfrm>
            <a:off x="811985" y="2397761"/>
            <a:ext cx="6700641" cy="5232400"/>
          </a:xfrm>
          <a:prstGeom prst="rect">
            <a:avLst/>
          </a:prstGeom>
          <a:noFill/>
          <a:ln>
            <a:noFill/>
          </a:ln>
        </p:spPr>
        <p:txBody>
          <a:bodyPr spcFirstLastPara="1" wrap="square" lIns="91425" tIns="45700" rIns="91425" bIns="45700" anchor="t" anchorCtr="0">
            <a:normAutofit fontScale="85000" lnSpcReduction="20000"/>
          </a:bodyPr>
          <a:lstStyle/>
          <a:p>
            <a:pPr marL="109728" lvl="0" indent="-127000" algn="l" rtl="0">
              <a:lnSpc>
                <a:spcPct val="120000"/>
              </a:lnSpc>
              <a:spcBef>
                <a:spcPts val="0"/>
              </a:spcBef>
              <a:spcAft>
                <a:spcPts val="0"/>
              </a:spcAft>
              <a:buClr>
                <a:srgbClr val="262626"/>
              </a:buClr>
              <a:buSzPts val="2000"/>
              <a:buFont typeface="Noto Sans Symbols"/>
              <a:buChar char="✔"/>
            </a:pPr>
            <a:r>
              <a:rPr lang="en-US" sz="2000" dirty="0"/>
              <a:t> The history of Web browsers. Each new page that we visit is mounted on top of the previous one and they generate a stack of records, on which we can go back one by one.</a:t>
            </a:r>
            <a:endParaRPr dirty="0"/>
          </a:p>
          <a:p>
            <a:pPr marL="109728" lvl="0" indent="-127000" algn="l" rtl="0">
              <a:lnSpc>
                <a:spcPct val="120000"/>
              </a:lnSpc>
              <a:spcBef>
                <a:spcPts val="1560"/>
              </a:spcBef>
              <a:spcAft>
                <a:spcPts val="0"/>
              </a:spcAft>
              <a:buClr>
                <a:srgbClr val="262626"/>
              </a:buClr>
              <a:buSzPts val="2000"/>
              <a:buFont typeface="Noto Sans Symbols"/>
              <a:buChar char="✔"/>
            </a:pPr>
            <a:r>
              <a:rPr lang="en-US" sz="2000" dirty="0"/>
              <a:t> Stacks are useful when we need a data structure that we will end up displaying chronologically from most to least recent (such as a list of the latest tweets or articles). In this case, the most recently entered data is the first one that we will retrieve and display.</a:t>
            </a:r>
            <a:br>
              <a:rPr lang="en-US" sz="2000" dirty="0"/>
            </a:br>
            <a:endParaRPr lang="en-US" sz="2000" dirty="0"/>
          </a:p>
          <a:p>
            <a:pPr marL="109728" lvl="0" indent="-127000">
              <a:lnSpc>
                <a:spcPct val="120000"/>
              </a:lnSpc>
              <a:buSzPts val="2000"/>
              <a:buFont typeface="Noto Sans Symbols"/>
              <a:buChar char="✔"/>
            </a:pPr>
            <a:r>
              <a:rPr lang="es-ES" sz="2000" dirty="0"/>
              <a:t>La historia de los navegadores web. Cada nueva página que visitamos se monta encima de la anterior y generan una pila de registros, a los que podemos retroceder uno por uno. 
 Las pilas son útiles cuando necesitamos una estructura de datos que acabaremos mostrando cronológicamente de más a menos reciente (como una lista de los últimos tuits o artículos). En este caso, los datos más recientes introducidos son los primeros que recuperaremos y mostraremos.</a:t>
            </a:r>
            <a:endParaRPr sz="2000" dirty="0"/>
          </a:p>
        </p:txBody>
      </p:sp>
      <p:pic>
        <p:nvPicPr>
          <p:cNvPr id="111" name="Google Shape;111;p4"/>
          <p:cNvPicPr preferRelativeResize="0"/>
          <p:nvPr/>
        </p:nvPicPr>
        <p:blipFill rotWithShape="1">
          <a:blip r:embed="rId3">
            <a:alphaModFix/>
          </a:blip>
          <a:srcRect/>
          <a:stretch/>
        </p:blipFill>
        <p:spPr>
          <a:xfrm>
            <a:off x="8171892" y="3119881"/>
            <a:ext cx="5544107" cy="19898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a:spLocks noGrp="1"/>
          </p:cNvSpPr>
          <p:nvPr>
            <p:ph type="title"/>
          </p:nvPr>
        </p:nvSpPr>
        <p:spPr>
          <a:xfrm>
            <a:off x="851535" y="-368500"/>
            <a:ext cx="12927330" cy="1989838"/>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400"/>
              <a:buFont typeface="Century Gothic"/>
              <a:buNone/>
            </a:pPr>
            <a:r>
              <a:rPr lang="en-US" dirty="0"/>
              <a:t>Stacks Methods</a:t>
            </a:r>
            <a:endParaRPr dirty="0"/>
          </a:p>
        </p:txBody>
      </p:sp>
      <p:sp>
        <p:nvSpPr>
          <p:cNvPr id="117" name="Google Shape;117;p5"/>
          <p:cNvSpPr txBox="1">
            <a:spLocks noGrp="1"/>
          </p:cNvSpPr>
          <p:nvPr>
            <p:ph type="body" idx="1"/>
          </p:nvPr>
        </p:nvSpPr>
        <p:spPr>
          <a:xfrm>
            <a:off x="851534" y="1300480"/>
            <a:ext cx="8654301" cy="6801104"/>
          </a:xfrm>
          <a:prstGeom prst="rect">
            <a:avLst/>
          </a:prstGeom>
          <a:noFill/>
          <a:ln>
            <a:noFill/>
          </a:ln>
        </p:spPr>
        <p:txBody>
          <a:bodyPr spcFirstLastPara="1" wrap="square" lIns="91425" tIns="45700" rIns="91425" bIns="45700" anchor="t" anchorCtr="0">
            <a:normAutofit fontScale="77500" lnSpcReduction="20000"/>
          </a:bodyPr>
          <a:lstStyle/>
          <a:p>
            <a:pPr marL="109728" lvl="0" indent="-114300" algn="l" rtl="0">
              <a:lnSpc>
                <a:spcPct val="85000"/>
              </a:lnSpc>
              <a:spcBef>
                <a:spcPts val="0"/>
              </a:spcBef>
              <a:spcAft>
                <a:spcPts val="0"/>
              </a:spcAft>
              <a:buClr>
                <a:srgbClr val="262626"/>
              </a:buClr>
              <a:buSzPts val="1800"/>
              <a:buChar char=" "/>
            </a:pPr>
            <a:r>
              <a:rPr lang="en-US" sz="1800" dirty="0"/>
              <a:t>A stack must have methods that allow adding new elements, removing them and reviewing them (one or more).</a:t>
            </a:r>
            <a:endParaRPr dirty="0"/>
          </a:p>
          <a:p>
            <a:pPr marL="109728" lvl="0" indent="-114300" algn="l" rtl="0">
              <a:lnSpc>
                <a:spcPct val="85000"/>
              </a:lnSpc>
              <a:spcBef>
                <a:spcPts val="1560"/>
              </a:spcBef>
              <a:spcAft>
                <a:spcPts val="0"/>
              </a:spcAft>
              <a:buClr>
                <a:srgbClr val="262626"/>
              </a:buClr>
              <a:buSzPts val="1800"/>
              <a:buChar char=" "/>
            </a:pPr>
            <a:r>
              <a:rPr lang="en-US" sz="1800" dirty="0"/>
              <a:t>We can make our own implementation and call these methods in any way.</a:t>
            </a:r>
            <a:endParaRPr dirty="0"/>
          </a:p>
          <a:p>
            <a:pPr marL="109728" lvl="0" indent="-114300" algn="l" rtl="0">
              <a:lnSpc>
                <a:spcPct val="85000"/>
              </a:lnSpc>
              <a:spcBef>
                <a:spcPts val="1560"/>
              </a:spcBef>
              <a:spcAft>
                <a:spcPts val="0"/>
              </a:spcAft>
              <a:buClr>
                <a:srgbClr val="262626"/>
              </a:buClr>
              <a:buSzPts val="1800"/>
              <a:buChar char=" "/>
            </a:pPr>
            <a:r>
              <a:rPr lang="en-US" sz="1800" dirty="0"/>
              <a:t>There is an agreed convention of using the following definitions:</a:t>
            </a:r>
            <a:endParaRPr dirty="0"/>
          </a:p>
          <a:p>
            <a:pPr marL="109728" lvl="0" indent="-114300"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push</a:t>
            </a:r>
            <a:r>
              <a:rPr lang="en-US" sz="1800" dirty="0"/>
              <a:t>: Adds a new value to the stack, placing it at the bottom of it.</a:t>
            </a:r>
            <a:endParaRPr dirty="0"/>
          </a:p>
          <a:p>
            <a:pPr marL="109728" lvl="0" indent="-114300"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pop</a:t>
            </a:r>
            <a:r>
              <a:rPr lang="en-US" sz="1800" dirty="0"/>
              <a:t>: Returns the last value entered on the stack, popping it off the stack.</a:t>
            </a:r>
            <a:endParaRPr dirty="0"/>
          </a:p>
          <a:p>
            <a:pPr marL="109728" lvl="0" indent="-114300"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peek</a:t>
            </a:r>
            <a:r>
              <a:rPr lang="en-US" sz="1800" dirty="0"/>
              <a:t>: Returns the last value entered on the stack, without removing it from it.</a:t>
            </a:r>
            <a:endParaRPr dirty="0"/>
          </a:p>
          <a:p>
            <a:pPr marL="109728" lvl="0" indent="-114300"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is Empty</a:t>
            </a:r>
            <a:r>
              <a:rPr lang="en-US" sz="1800" dirty="0"/>
              <a:t>: Returns true if the stack is empty.</a:t>
            </a:r>
            <a:endParaRPr dirty="0"/>
          </a:p>
          <a:p>
            <a:pPr marL="109728" lvl="0" indent="-114300"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size</a:t>
            </a:r>
            <a:r>
              <a:rPr lang="en-US" sz="1800" dirty="0"/>
              <a:t>: Returns the number of elements in the stack.</a:t>
            </a:r>
            <a:endParaRPr dirty="0"/>
          </a:p>
          <a:p>
            <a:pPr marL="109728" lvl="0" indent="-114300"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print:</a:t>
            </a:r>
            <a:r>
              <a:rPr lang="en-US" sz="1800" dirty="0"/>
              <a:t> Prints the contents of the stack.</a:t>
            </a:r>
          </a:p>
          <a:p>
            <a:pPr marL="109728" lvl="0" indent="-114300" algn="l" rtl="0">
              <a:lnSpc>
                <a:spcPct val="85000"/>
              </a:lnSpc>
              <a:spcBef>
                <a:spcPts val="1560"/>
              </a:spcBef>
              <a:spcAft>
                <a:spcPts val="0"/>
              </a:spcAft>
              <a:buClr>
                <a:srgbClr val="262626"/>
              </a:buClr>
              <a:buSzPts val="1800"/>
              <a:buFont typeface="Noto Sans Symbols"/>
              <a:buChar char="✔"/>
            </a:pPr>
            <a:endParaRPr lang="es-ES" sz="1800" dirty="0"/>
          </a:p>
          <a:p>
            <a:pPr marL="109728" lvl="0" indent="-114300">
              <a:buSzPts val="1800"/>
              <a:buFont typeface="Noto Sans Symbols"/>
              <a:buChar char="✔"/>
            </a:pPr>
            <a:r>
              <a:rPr lang="es-ES" sz="1800" dirty="0"/>
              <a:t>Una pila debe tener métodos que permitan añadir nuevos elementos, eliminarlos y revisarlos (uno o más). 
Podemos crear nuestra propia implementación y llamar a estos métodos de cualquier manera. 
Existe una convención acordada de usar las siguientes definiciones: 
 </a:t>
            </a:r>
            <a:r>
              <a:rPr lang="es-ES" sz="1800" dirty="0" err="1"/>
              <a:t>push</a:t>
            </a:r>
            <a:r>
              <a:rPr lang="es-ES" sz="1800" dirty="0"/>
              <a:t>: Añade un nuevo valor a la pila, colocándola al final. 
 pop: Devuelve el último valor introducido en la pila, sacándola de la pila. 
 </a:t>
            </a:r>
            <a:r>
              <a:rPr lang="es-ES" sz="1800" dirty="0" err="1"/>
              <a:t>Peek</a:t>
            </a:r>
            <a:r>
              <a:rPr lang="es-ES" sz="1800" dirty="0"/>
              <a:t>: Devuelve el último valor introducido en la pila, sin eliminarlo de ella. 
 es Vacío: Devuelve verdadero si la pila está vacía. 
 tamaño: Devuelve el número de elementos en la pila. 
 imprimir: Imprime el contenido de la pila.</a:t>
            </a:r>
            <a:endParaRPr sz="1800" dirty="0"/>
          </a:p>
        </p:txBody>
      </p:sp>
      <p:pic>
        <p:nvPicPr>
          <p:cNvPr id="118" name="Google Shape;118;p5"/>
          <p:cNvPicPr preferRelativeResize="0"/>
          <p:nvPr/>
        </p:nvPicPr>
        <p:blipFill rotWithShape="1">
          <a:blip r:embed="rId3">
            <a:alphaModFix/>
          </a:blip>
          <a:srcRect/>
          <a:stretch/>
        </p:blipFill>
        <p:spPr>
          <a:xfrm>
            <a:off x="9505836" y="1621338"/>
            <a:ext cx="5124564" cy="46642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6"/>
          <p:cNvSpPr txBox="1">
            <a:spLocks noGrp="1"/>
          </p:cNvSpPr>
          <p:nvPr>
            <p:ph type="title"/>
          </p:nvPr>
        </p:nvSpPr>
        <p:spPr>
          <a:xfrm>
            <a:off x="788669" y="599439"/>
            <a:ext cx="7809900" cy="19899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400"/>
              <a:buFont typeface="Century Gothic"/>
              <a:buNone/>
            </a:pPr>
            <a:r>
              <a:rPr lang="en-US"/>
              <a:t>How to implement Stacks?</a:t>
            </a:r>
            <a:endParaRPr/>
          </a:p>
        </p:txBody>
      </p:sp>
      <p:sp>
        <p:nvSpPr>
          <p:cNvPr id="124" name="Google Shape;124;p6"/>
          <p:cNvSpPr txBox="1">
            <a:spLocks noGrp="1"/>
          </p:cNvSpPr>
          <p:nvPr>
            <p:ph type="body" idx="1"/>
          </p:nvPr>
        </p:nvSpPr>
        <p:spPr>
          <a:xfrm>
            <a:off x="811987" y="2589277"/>
            <a:ext cx="6503214" cy="4520794"/>
          </a:xfrm>
          <a:prstGeom prst="rect">
            <a:avLst/>
          </a:prstGeom>
          <a:noFill/>
          <a:ln>
            <a:noFill/>
          </a:ln>
        </p:spPr>
        <p:txBody>
          <a:bodyPr spcFirstLastPara="1" wrap="square" lIns="91425" tIns="45700" rIns="91425" bIns="45700" anchor="t" anchorCtr="0">
            <a:normAutofit/>
          </a:bodyPr>
          <a:lstStyle/>
          <a:p>
            <a:pPr marL="109728" lvl="0" indent="-127000" algn="l" rtl="0">
              <a:lnSpc>
                <a:spcPct val="85000"/>
              </a:lnSpc>
              <a:spcBef>
                <a:spcPts val="0"/>
              </a:spcBef>
              <a:spcAft>
                <a:spcPts val="0"/>
              </a:spcAft>
              <a:buClr>
                <a:srgbClr val="262626"/>
              </a:buClr>
              <a:buSzPts val="2000"/>
              <a:buChar char=" "/>
            </a:pPr>
            <a:r>
              <a:rPr lang="en-US" sz="2000" b="1" dirty="0"/>
              <a:t>Peek</a:t>
            </a:r>
            <a:r>
              <a:rPr lang="en-US" sz="2000" dirty="0"/>
              <a:t> is the only one method we need to implement, the others come from Prototype in JavaScript</a:t>
            </a:r>
          </a:p>
          <a:p>
            <a:pPr marL="109728" lvl="0" indent="-127000" algn="l" rtl="0">
              <a:lnSpc>
                <a:spcPct val="85000"/>
              </a:lnSpc>
              <a:spcBef>
                <a:spcPts val="0"/>
              </a:spcBef>
              <a:spcAft>
                <a:spcPts val="0"/>
              </a:spcAft>
              <a:buClr>
                <a:srgbClr val="262626"/>
              </a:buClr>
              <a:buSzPts val="2000"/>
              <a:buChar char=" "/>
            </a:pPr>
            <a:endParaRPr lang="en-US" sz="2000" dirty="0"/>
          </a:p>
          <a:p>
            <a:pPr marL="109728" lvl="0" indent="-127000">
              <a:spcBef>
                <a:spcPts val="0"/>
              </a:spcBef>
              <a:buSzPts val="2000"/>
            </a:pPr>
            <a:r>
              <a:rPr lang="es-ES" sz="2000" dirty="0" err="1"/>
              <a:t>Peek</a:t>
            </a:r>
            <a:r>
              <a:rPr lang="es-ES" sz="2000" dirty="0"/>
              <a:t> es el único método que necesitamos implementar, los demás vienen de </a:t>
            </a:r>
            <a:r>
              <a:rPr lang="es-ES" sz="2000" dirty="0" err="1"/>
              <a:t>Prototype</a:t>
            </a:r>
            <a:r>
              <a:rPr lang="es-ES" sz="2000" dirty="0"/>
              <a:t> en JavaScript</a:t>
            </a:r>
            <a:endParaRPr sz="2000" dirty="0"/>
          </a:p>
        </p:txBody>
      </p:sp>
      <p:pic>
        <p:nvPicPr>
          <p:cNvPr id="125" name="Google Shape;125;p6"/>
          <p:cNvPicPr preferRelativeResize="0"/>
          <p:nvPr/>
        </p:nvPicPr>
        <p:blipFill rotWithShape="1">
          <a:blip r:embed="rId3">
            <a:alphaModFix/>
          </a:blip>
          <a:srcRect/>
          <a:stretch/>
        </p:blipFill>
        <p:spPr>
          <a:xfrm>
            <a:off x="8406795" y="262609"/>
            <a:ext cx="6007822" cy="77043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7"/>
          <p:cNvSpPr txBox="1">
            <a:spLocks noGrp="1"/>
          </p:cNvSpPr>
          <p:nvPr>
            <p:ph type="title"/>
          </p:nvPr>
        </p:nvSpPr>
        <p:spPr>
          <a:xfrm>
            <a:off x="811988" y="0"/>
            <a:ext cx="12927330" cy="1989838"/>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000"/>
              <a:buFont typeface="Century Gothic"/>
              <a:buNone/>
            </a:pPr>
            <a:r>
              <a:rPr lang="en-US" sz="5800" dirty="0"/>
              <a:t>CHALLENGE 04</a:t>
            </a:r>
            <a:endParaRPr sz="6280" dirty="0"/>
          </a:p>
        </p:txBody>
      </p:sp>
      <p:sp>
        <p:nvSpPr>
          <p:cNvPr id="131" name="Google Shape;131;p7"/>
          <p:cNvSpPr txBox="1">
            <a:spLocks noGrp="1"/>
          </p:cNvSpPr>
          <p:nvPr>
            <p:ph type="body" idx="1"/>
          </p:nvPr>
        </p:nvSpPr>
        <p:spPr>
          <a:xfrm>
            <a:off x="811988" y="1444752"/>
            <a:ext cx="5432948" cy="6437375"/>
          </a:xfrm>
          <a:prstGeom prst="rect">
            <a:avLst/>
          </a:prstGeom>
          <a:noFill/>
          <a:ln>
            <a:noFill/>
          </a:ln>
        </p:spPr>
        <p:txBody>
          <a:bodyPr spcFirstLastPara="1" wrap="square" lIns="91425" tIns="45700" rIns="91425" bIns="45700" anchor="t" anchorCtr="0">
            <a:normAutofit fontScale="92500" lnSpcReduction="10000"/>
          </a:bodyPr>
          <a:lstStyle/>
          <a:p>
            <a:pPr marL="514350" lvl="0" indent="-514350" algn="l" rtl="0">
              <a:lnSpc>
                <a:spcPct val="100000"/>
              </a:lnSpc>
              <a:spcBef>
                <a:spcPts val="0"/>
              </a:spcBef>
              <a:spcAft>
                <a:spcPts val="0"/>
              </a:spcAft>
              <a:buClr>
                <a:srgbClr val="262626"/>
              </a:buClr>
              <a:buSzPts val="2000"/>
              <a:buFont typeface="Century Gothic"/>
              <a:buAutoNum type="arabicPeriod"/>
            </a:pPr>
            <a:r>
              <a:rPr lang="en-US" sz="2000" dirty="0"/>
              <a:t>Create and handle new stack of books. Every book must have its Name, ISBN, Author and Editorial</a:t>
            </a:r>
            <a:endParaRPr dirty="0"/>
          </a:p>
          <a:p>
            <a:pPr marL="514350" lvl="0" indent="-514350" algn="l" rtl="0">
              <a:lnSpc>
                <a:spcPct val="100000"/>
              </a:lnSpc>
              <a:spcBef>
                <a:spcPts val="1560"/>
              </a:spcBef>
              <a:spcAft>
                <a:spcPts val="0"/>
              </a:spcAft>
              <a:buClr>
                <a:srgbClr val="262626"/>
              </a:buClr>
              <a:buSzPts val="2000"/>
              <a:buFont typeface="Century Gothic"/>
              <a:buAutoNum type="arabicPeriod"/>
            </a:pPr>
            <a:r>
              <a:rPr lang="en-US" sz="2000" dirty="0"/>
              <a:t>Fill the stack with some mock data</a:t>
            </a:r>
            <a:endParaRPr dirty="0"/>
          </a:p>
          <a:p>
            <a:pPr marL="514350" lvl="0" indent="-514350" algn="l" rtl="0">
              <a:lnSpc>
                <a:spcPct val="100000"/>
              </a:lnSpc>
              <a:spcBef>
                <a:spcPts val="1560"/>
              </a:spcBef>
              <a:spcAft>
                <a:spcPts val="0"/>
              </a:spcAft>
              <a:buClr>
                <a:srgbClr val="262626"/>
              </a:buClr>
              <a:buSzPts val="2000"/>
              <a:buFont typeface="Century Gothic"/>
              <a:buAutoNum type="arabicPeriod"/>
            </a:pPr>
            <a:r>
              <a:rPr lang="en-US" sz="2000" dirty="0"/>
              <a:t>Create a new project in react, and implements a new screen with a form to create a new book, then add the book to the stack</a:t>
            </a:r>
            <a:endParaRPr dirty="0"/>
          </a:p>
          <a:p>
            <a:pPr marL="514350" lvl="0" indent="-514350" algn="l" rtl="0">
              <a:lnSpc>
                <a:spcPct val="100000"/>
              </a:lnSpc>
              <a:spcBef>
                <a:spcPts val="1560"/>
              </a:spcBef>
              <a:spcAft>
                <a:spcPts val="0"/>
              </a:spcAft>
              <a:buClr>
                <a:srgbClr val="262626"/>
              </a:buClr>
              <a:buSzPts val="2000"/>
              <a:buFont typeface="Century Gothic"/>
              <a:buAutoNum type="arabicPeriod"/>
            </a:pPr>
            <a:r>
              <a:rPr lang="en-US" sz="2000" dirty="0"/>
              <a:t>Print the books stack in screen</a:t>
            </a:r>
          </a:p>
          <a:p>
            <a:pPr marL="0" lvl="0" indent="0">
              <a:lnSpc>
                <a:spcPct val="100000"/>
              </a:lnSpc>
              <a:buSzPts val="2000"/>
              <a:buNone/>
            </a:pPr>
            <a:r>
              <a:rPr lang="es-ES" sz="2000" dirty="0"/>
              <a:t>Crea y maneja una nueva pila de libros. Cada libro debe tener su nombre, ISBN, autor y editorial
Llena la pila con algunos datos simulados
Crea un nuevo proyecto en </a:t>
            </a:r>
            <a:r>
              <a:rPr lang="es-ES" sz="2000" dirty="0" err="1"/>
              <a:t>React</a:t>
            </a:r>
            <a:r>
              <a:rPr lang="es-ES" sz="2000" dirty="0"/>
              <a:t>, implementa una nueva pantalla con un formulario para crear un nuevo libro, y luego añade el libro a la pila
Imprime los libros apilados en pantalla</a:t>
            </a:r>
            <a:endParaRPr lang="en-US" sz="2000" dirty="0"/>
          </a:p>
          <a:p>
            <a:pPr marL="514350" lvl="0" indent="-514350">
              <a:lnSpc>
                <a:spcPct val="100000"/>
              </a:lnSpc>
              <a:buSzPts val="2000"/>
              <a:buFont typeface="Century Gothic"/>
              <a:buAutoNum type="arabicPeriod"/>
            </a:pPr>
            <a:endParaRPr dirty="0"/>
          </a:p>
        </p:txBody>
      </p:sp>
      <p:pic>
        <p:nvPicPr>
          <p:cNvPr id="132" name="Google Shape;132;p7"/>
          <p:cNvPicPr preferRelativeResize="0"/>
          <p:nvPr/>
        </p:nvPicPr>
        <p:blipFill rotWithShape="1">
          <a:blip r:embed="rId3">
            <a:alphaModFix/>
          </a:blip>
          <a:srcRect/>
          <a:stretch/>
        </p:blipFill>
        <p:spPr>
          <a:xfrm>
            <a:off x="6419841" y="1"/>
            <a:ext cx="8210560" cy="8229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cf1804cc52_0_85"/>
          <p:cNvSpPr txBox="1">
            <a:spLocks noGrp="1"/>
          </p:cNvSpPr>
          <p:nvPr>
            <p:ph type="title"/>
          </p:nvPr>
        </p:nvSpPr>
        <p:spPr>
          <a:xfrm>
            <a:off x="964387" y="20247"/>
            <a:ext cx="7835700" cy="1009905"/>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5400"/>
              <a:buFont typeface="Century Gothic"/>
              <a:buNone/>
            </a:pPr>
            <a:r>
              <a:rPr lang="en-US" sz="5400" dirty="0"/>
              <a:t>Queues</a:t>
            </a:r>
            <a:endParaRPr dirty="0"/>
          </a:p>
        </p:txBody>
      </p:sp>
      <p:sp>
        <p:nvSpPr>
          <p:cNvPr id="138" name="Google Shape;138;g3cf1804cc52_0_85"/>
          <p:cNvSpPr txBox="1"/>
          <p:nvPr/>
        </p:nvSpPr>
        <p:spPr>
          <a:xfrm>
            <a:off x="256032" y="1030152"/>
            <a:ext cx="8028431" cy="6961704"/>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2400" b="0" i="0" u="none" strike="noStrike" cap="none" dirty="0">
                <a:solidFill>
                  <a:srgbClr val="262626"/>
                </a:solidFill>
                <a:latin typeface="Century Gothic"/>
                <a:ea typeface="Century Gothic"/>
                <a:cs typeface="Century Gothic"/>
                <a:sym typeface="Century Gothic"/>
              </a:rPr>
              <a:t>Most common example about queues in programming is: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560"/>
              </a:spcBef>
              <a:spcAft>
                <a:spcPts val="0"/>
              </a:spcAft>
              <a:buNone/>
            </a:pPr>
            <a:r>
              <a:rPr lang="en-US" sz="2400" b="0" i="0" u="none" strike="noStrike" cap="none" dirty="0">
                <a:solidFill>
                  <a:srgbClr val="262626"/>
                </a:solidFill>
                <a:latin typeface="Century Gothic"/>
                <a:ea typeface="Century Gothic"/>
                <a:cs typeface="Century Gothic"/>
                <a:sym typeface="Century Gothic"/>
              </a:rPr>
              <a:t>Imagine that we have a line of people to enter a specific restaurant.</a:t>
            </a:r>
            <a:endParaRPr sz="1400" b="0" i="0" u="none" strike="noStrike" cap="none" dirty="0">
              <a:solidFill>
                <a:srgbClr val="000000"/>
              </a:solidFill>
              <a:latin typeface="Arial"/>
              <a:ea typeface="Arial"/>
              <a:cs typeface="Arial"/>
              <a:sym typeface="Arial"/>
            </a:endParaRPr>
          </a:p>
          <a:p>
            <a:pPr marL="109728" marR="0" lvl="0" indent="-109728" algn="l" rtl="0">
              <a:lnSpc>
                <a:spcPct val="100000"/>
              </a:lnSpc>
              <a:spcBef>
                <a:spcPts val="1560"/>
              </a:spcBef>
              <a:spcAft>
                <a:spcPts val="0"/>
              </a:spcAft>
              <a:buClr>
                <a:srgbClr val="262626"/>
              </a:buClr>
              <a:buSzPts val="2400"/>
              <a:buFont typeface="Noto Sans Symbols"/>
              <a:buChar char="✔"/>
            </a:pPr>
            <a:r>
              <a:rPr lang="en-US" sz="2400" b="0" i="0" u="none" strike="noStrike" cap="none" dirty="0">
                <a:solidFill>
                  <a:srgbClr val="262626"/>
                </a:solidFill>
                <a:latin typeface="Century Gothic"/>
                <a:ea typeface="Century Gothic"/>
                <a:cs typeface="Century Gothic"/>
                <a:sym typeface="Century Gothic"/>
              </a:rPr>
              <a:t> The last person to get in the line will be the last person to enter the restaurant, depending on the size of the line.</a:t>
            </a:r>
            <a:endParaRPr sz="1400" b="0" i="0" u="none" strike="noStrike" cap="none" dirty="0">
              <a:solidFill>
                <a:srgbClr val="000000"/>
              </a:solidFill>
              <a:latin typeface="Arial"/>
              <a:ea typeface="Arial"/>
              <a:cs typeface="Arial"/>
              <a:sym typeface="Arial"/>
            </a:endParaRPr>
          </a:p>
          <a:p>
            <a:pPr marL="109728" marR="0" lvl="0" indent="-109728" algn="l" rtl="0">
              <a:lnSpc>
                <a:spcPct val="100000"/>
              </a:lnSpc>
              <a:spcBef>
                <a:spcPts val="1560"/>
              </a:spcBef>
              <a:spcAft>
                <a:spcPts val="0"/>
              </a:spcAft>
              <a:buClr>
                <a:srgbClr val="262626"/>
              </a:buClr>
              <a:buSzPts val="2400"/>
              <a:buFont typeface="Noto Sans Symbols"/>
              <a:buChar char="✔"/>
            </a:pPr>
            <a:r>
              <a:rPr lang="en-US" sz="2400" b="0" i="0" u="none" strike="noStrike" cap="none" dirty="0">
                <a:solidFill>
                  <a:srgbClr val="262626"/>
                </a:solidFill>
                <a:latin typeface="Century Gothic"/>
                <a:ea typeface="Century Gothic"/>
                <a:cs typeface="Century Gothic"/>
                <a:sym typeface="Century Gothic"/>
              </a:rPr>
              <a:t> The first person that got into line will be the first person to enter the restaurant.</a:t>
            </a:r>
          </a:p>
          <a:p>
            <a:pPr marL="109728" marR="0" lvl="0" indent="-109728" algn="l" rtl="0">
              <a:lnSpc>
                <a:spcPct val="100000"/>
              </a:lnSpc>
              <a:spcBef>
                <a:spcPts val="1560"/>
              </a:spcBef>
              <a:spcAft>
                <a:spcPts val="0"/>
              </a:spcAft>
              <a:buClr>
                <a:srgbClr val="262626"/>
              </a:buClr>
              <a:buSzPts val="2400"/>
              <a:buFont typeface="Noto Sans Symbols"/>
              <a:buChar char="✔"/>
            </a:pPr>
            <a:endParaRPr lang="en-US" sz="2400" dirty="0">
              <a:solidFill>
                <a:srgbClr val="262626"/>
              </a:solidFill>
              <a:latin typeface="Century Gothic"/>
              <a:sym typeface="Century Gothic"/>
            </a:endParaRPr>
          </a:p>
          <a:p>
            <a:pPr lvl="0">
              <a:spcBef>
                <a:spcPts val="1560"/>
              </a:spcBef>
              <a:buClr>
                <a:srgbClr val="262626"/>
              </a:buClr>
              <a:buSzPts val="2400"/>
            </a:pPr>
            <a:r>
              <a:rPr lang="es-ES" dirty="0"/>
              <a:t>El ejemplo más común sobre colas en programación es: 
Imagina que tenemos una cola de personas para entrar en un restaurante concreto. 
 La última persona en entrar en la cola será la última en entrar en el restaurante, dependiendo del tamaño de la cola. 
 La primera persona que se pone en la cola será la primera en entrar en el restaurante.</a:t>
            </a:r>
            <a:endParaRPr sz="1400" b="0" i="0" u="none" strike="noStrike" cap="none" dirty="0">
              <a:solidFill>
                <a:srgbClr val="000000"/>
              </a:solidFill>
              <a:latin typeface="Arial"/>
              <a:ea typeface="Arial"/>
              <a:cs typeface="Arial"/>
              <a:sym typeface="Arial"/>
            </a:endParaRPr>
          </a:p>
        </p:txBody>
      </p:sp>
      <p:pic>
        <p:nvPicPr>
          <p:cNvPr id="139" name="Google Shape;139;g3cf1804cc52_0_85"/>
          <p:cNvPicPr preferRelativeResize="0"/>
          <p:nvPr/>
        </p:nvPicPr>
        <p:blipFill rotWithShape="1">
          <a:blip r:embed="rId3">
            <a:alphaModFix/>
          </a:blip>
          <a:srcRect/>
          <a:stretch/>
        </p:blipFill>
        <p:spPr>
          <a:xfrm>
            <a:off x="8532472" y="1030152"/>
            <a:ext cx="5133541" cy="616929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3cf1804cc52_0_91"/>
          <p:cNvSpPr txBox="1">
            <a:spLocks noGrp="1"/>
          </p:cNvSpPr>
          <p:nvPr>
            <p:ph type="title"/>
          </p:nvPr>
        </p:nvSpPr>
        <p:spPr>
          <a:xfrm>
            <a:off x="788700" y="301234"/>
            <a:ext cx="12927300" cy="1009905"/>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600"/>
              <a:buFont typeface="Century Gothic"/>
              <a:buNone/>
            </a:pPr>
            <a:r>
              <a:rPr lang="en-US" sz="6600" dirty="0"/>
              <a:t>Queues</a:t>
            </a:r>
            <a:endParaRPr dirty="0"/>
          </a:p>
        </p:txBody>
      </p:sp>
      <p:sp>
        <p:nvSpPr>
          <p:cNvPr id="145" name="Google Shape;145;g3cf1804cc52_0_91"/>
          <p:cNvSpPr txBox="1">
            <a:spLocks noGrp="1"/>
          </p:cNvSpPr>
          <p:nvPr>
            <p:ph type="body" idx="1"/>
          </p:nvPr>
        </p:nvSpPr>
        <p:spPr>
          <a:xfrm>
            <a:off x="811986" y="1311138"/>
            <a:ext cx="8277150" cy="6186941"/>
          </a:xfrm>
          <a:prstGeom prst="rect">
            <a:avLst/>
          </a:prstGeom>
          <a:noFill/>
          <a:ln>
            <a:noFill/>
          </a:ln>
        </p:spPr>
        <p:txBody>
          <a:bodyPr spcFirstLastPara="1" wrap="square" lIns="91425" tIns="45700" rIns="91425" bIns="45700" anchor="t" anchorCtr="0">
            <a:normAutofit/>
          </a:bodyPr>
          <a:lstStyle/>
          <a:p>
            <a:pPr marL="109728" lvl="0" indent="0" algn="l" rtl="0">
              <a:lnSpc>
                <a:spcPct val="100000"/>
              </a:lnSpc>
              <a:spcBef>
                <a:spcPts val="0"/>
              </a:spcBef>
              <a:spcAft>
                <a:spcPts val="0"/>
              </a:spcAft>
              <a:buNone/>
            </a:pPr>
            <a:r>
              <a:rPr lang="en-US" sz="2400" dirty="0"/>
              <a:t>A structure of sequential and ordered elements.</a:t>
            </a:r>
            <a:endParaRPr dirty="0"/>
          </a:p>
          <a:p>
            <a:pPr marL="109728" lvl="0" indent="0" algn="l" rtl="0">
              <a:lnSpc>
                <a:spcPct val="100000"/>
              </a:lnSpc>
              <a:spcBef>
                <a:spcPts val="1560"/>
              </a:spcBef>
              <a:spcAft>
                <a:spcPts val="0"/>
              </a:spcAft>
              <a:buNone/>
            </a:pPr>
            <a:r>
              <a:rPr lang="en-US" sz="2400" dirty="0"/>
              <a:t>Is based on the principle of last in first out (FIFO). Always the first element that we add, will be the first that we take out</a:t>
            </a:r>
          </a:p>
          <a:p>
            <a:pPr marL="109728" lvl="0" indent="0" algn="l" rtl="0">
              <a:lnSpc>
                <a:spcPct val="100000"/>
              </a:lnSpc>
              <a:spcBef>
                <a:spcPts val="1560"/>
              </a:spcBef>
              <a:spcAft>
                <a:spcPts val="0"/>
              </a:spcAft>
              <a:buNone/>
            </a:pPr>
            <a:endParaRPr lang="en-US" sz="2400" dirty="0"/>
          </a:p>
          <a:p>
            <a:pPr marL="109728" lvl="0" indent="0">
              <a:lnSpc>
                <a:spcPct val="100000"/>
              </a:lnSpc>
              <a:buNone/>
            </a:pPr>
            <a:r>
              <a:rPr lang="es-ES" sz="2400" dirty="0"/>
              <a:t>Una estructura de elementos secuenciales y ordenados. 
Se basa en el principio del último en entrar, primero en salir (FIFO). Siempre el primer elemento que añadimos será el primero que eliminemos</a:t>
            </a:r>
            <a:endParaRPr sz="2400" dirty="0"/>
          </a:p>
        </p:txBody>
      </p:sp>
      <p:pic>
        <p:nvPicPr>
          <p:cNvPr id="146" name="Google Shape;146;g3cf1804cc52_0_91"/>
          <p:cNvPicPr preferRelativeResize="0"/>
          <p:nvPr/>
        </p:nvPicPr>
        <p:blipFill rotWithShape="1">
          <a:blip r:embed="rId3">
            <a:alphaModFix/>
          </a:blip>
          <a:srcRect/>
          <a:stretch/>
        </p:blipFill>
        <p:spPr>
          <a:xfrm>
            <a:off x="9337182" y="1961744"/>
            <a:ext cx="4378818" cy="430611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3cf1804cc52_0_97"/>
          <p:cNvSpPr txBox="1">
            <a:spLocks noGrp="1"/>
          </p:cNvSpPr>
          <p:nvPr>
            <p:ph type="title"/>
          </p:nvPr>
        </p:nvSpPr>
        <p:spPr>
          <a:xfrm>
            <a:off x="788669" y="599439"/>
            <a:ext cx="12927300" cy="66039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5000"/>
              </a:lnSpc>
              <a:spcBef>
                <a:spcPts val="0"/>
              </a:spcBef>
              <a:spcAft>
                <a:spcPts val="0"/>
              </a:spcAft>
              <a:buClr>
                <a:schemeClr val="accent1"/>
              </a:buClr>
              <a:buSzPts val="6000"/>
              <a:buFont typeface="Century Gothic"/>
              <a:buNone/>
            </a:pPr>
            <a:r>
              <a:rPr lang="en-US" sz="6000" dirty="0"/>
              <a:t>Using Queues</a:t>
            </a:r>
            <a:endParaRPr dirty="0"/>
          </a:p>
        </p:txBody>
      </p:sp>
      <p:sp>
        <p:nvSpPr>
          <p:cNvPr id="152" name="Google Shape;152;g3cf1804cc52_0_97"/>
          <p:cNvSpPr txBox="1">
            <a:spLocks noGrp="1"/>
          </p:cNvSpPr>
          <p:nvPr>
            <p:ph type="body" idx="1"/>
          </p:nvPr>
        </p:nvSpPr>
        <p:spPr>
          <a:xfrm>
            <a:off x="811984" y="1259838"/>
            <a:ext cx="8094271" cy="6370223"/>
          </a:xfrm>
          <a:prstGeom prst="rect">
            <a:avLst/>
          </a:prstGeom>
          <a:noFill/>
          <a:ln>
            <a:noFill/>
          </a:ln>
        </p:spPr>
        <p:txBody>
          <a:bodyPr spcFirstLastPara="1" wrap="square" lIns="91425" tIns="45700" rIns="91425" bIns="45700" anchor="t" anchorCtr="0">
            <a:normAutofit/>
          </a:bodyPr>
          <a:lstStyle/>
          <a:p>
            <a:pPr marL="109728" lvl="0" indent="0" algn="l" rtl="0">
              <a:lnSpc>
                <a:spcPct val="120000"/>
              </a:lnSpc>
              <a:spcBef>
                <a:spcPts val="0"/>
              </a:spcBef>
              <a:spcAft>
                <a:spcPts val="0"/>
              </a:spcAft>
              <a:buNone/>
            </a:pPr>
            <a:r>
              <a:rPr lang="en-US" sz="2000" dirty="0"/>
              <a:t>The most common uses of queues today are present in tools and processes that we see every day: task or job queues, such as messaging queues.</a:t>
            </a:r>
            <a:endParaRPr dirty="0"/>
          </a:p>
          <a:p>
            <a:pPr marL="109728" lvl="0" indent="0" algn="l" rtl="0">
              <a:lnSpc>
                <a:spcPct val="120000"/>
              </a:lnSpc>
              <a:spcBef>
                <a:spcPts val="1560"/>
              </a:spcBef>
              <a:spcAft>
                <a:spcPts val="0"/>
              </a:spcAft>
              <a:buNone/>
            </a:pPr>
            <a:r>
              <a:rPr lang="en-US" sz="2000" dirty="0"/>
              <a:t>In these cases, it is necessary that the first data to enter is the first to leave and is ordered chronologically and in order of arrival.</a:t>
            </a:r>
          </a:p>
          <a:p>
            <a:pPr marL="109728" lvl="0" indent="0" algn="l" rtl="0">
              <a:lnSpc>
                <a:spcPct val="120000"/>
              </a:lnSpc>
              <a:spcBef>
                <a:spcPts val="1560"/>
              </a:spcBef>
              <a:spcAft>
                <a:spcPts val="0"/>
              </a:spcAft>
              <a:buNone/>
            </a:pPr>
            <a:endParaRPr lang="en-US" sz="2000" dirty="0"/>
          </a:p>
          <a:p>
            <a:pPr marL="109728" lvl="0" indent="0">
              <a:lnSpc>
                <a:spcPct val="120000"/>
              </a:lnSpc>
              <a:buNone/>
            </a:pPr>
            <a:r>
              <a:rPr lang="es-ES" sz="2000" dirty="0"/>
              <a:t>Los usos más comunes de las colas hoy en día están presentes en herramientas y procesos que vemos a diario: colas de tareas o trabajos, como las colas de mensajería. 
En estos casos, es necesario que los primeros datos en entrar sean los primeros en salir y estén ordenados cronológicamente y en orden de llegada.</a:t>
            </a:r>
            <a:endParaRPr sz="2000" dirty="0"/>
          </a:p>
        </p:txBody>
      </p:sp>
      <p:pic>
        <p:nvPicPr>
          <p:cNvPr id="153" name="Google Shape;153;g3cf1804cc52_0_97"/>
          <p:cNvPicPr preferRelativeResize="0"/>
          <p:nvPr/>
        </p:nvPicPr>
        <p:blipFill rotWithShape="1">
          <a:blip r:embed="rId3">
            <a:alphaModFix/>
          </a:blip>
          <a:srcRect/>
          <a:stretch/>
        </p:blipFill>
        <p:spPr>
          <a:xfrm>
            <a:off x="8437818" y="2397761"/>
            <a:ext cx="4713668" cy="4572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cf1804cc52_0_103"/>
          <p:cNvSpPr txBox="1">
            <a:spLocks noGrp="1"/>
          </p:cNvSpPr>
          <p:nvPr>
            <p:ph type="title"/>
          </p:nvPr>
        </p:nvSpPr>
        <p:spPr>
          <a:xfrm>
            <a:off x="788669" y="599439"/>
            <a:ext cx="12927300" cy="19899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400"/>
              <a:buFont typeface="Century Gothic"/>
              <a:buNone/>
            </a:pPr>
            <a:r>
              <a:rPr lang="en-US"/>
              <a:t>Queues Methods</a:t>
            </a:r>
            <a:endParaRPr/>
          </a:p>
        </p:txBody>
      </p:sp>
      <p:sp>
        <p:nvSpPr>
          <p:cNvPr id="159" name="Google Shape;159;g3cf1804cc52_0_103"/>
          <p:cNvSpPr txBox="1">
            <a:spLocks noGrp="1"/>
          </p:cNvSpPr>
          <p:nvPr>
            <p:ph type="body" idx="1"/>
          </p:nvPr>
        </p:nvSpPr>
        <p:spPr>
          <a:xfrm>
            <a:off x="811987" y="2397761"/>
            <a:ext cx="8228100" cy="5232300"/>
          </a:xfrm>
          <a:prstGeom prst="rect">
            <a:avLst/>
          </a:prstGeom>
          <a:noFill/>
          <a:ln>
            <a:noFill/>
          </a:ln>
        </p:spPr>
        <p:txBody>
          <a:bodyPr spcFirstLastPara="1" wrap="square" lIns="91425" tIns="45700" rIns="91425" bIns="45700" anchor="t" anchorCtr="0">
            <a:normAutofit/>
          </a:bodyPr>
          <a:lstStyle/>
          <a:p>
            <a:pPr marL="109728" lvl="0" indent="-109728" algn="l" rtl="0">
              <a:lnSpc>
                <a:spcPct val="85000"/>
              </a:lnSpc>
              <a:spcBef>
                <a:spcPts val="0"/>
              </a:spcBef>
              <a:spcAft>
                <a:spcPts val="0"/>
              </a:spcAft>
              <a:buClr>
                <a:srgbClr val="262626"/>
              </a:buClr>
              <a:buSzPts val="1800"/>
              <a:buChar char=" "/>
            </a:pPr>
            <a:r>
              <a:rPr lang="en-US" sz="1800" dirty="0"/>
              <a:t>A Queue must have methods that allow adding new elements, removing them and reviewing them (one or more).</a:t>
            </a:r>
            <a:endParaRPr dirty="0"/>
          </a:p>
          <a:p>
            <a:pPr marL="109728" lvl="0" indent="-109728" algn="l" rtl="0">
              <a:lnSpc>
                <a:spcPct val="85000"/>
              </a:lnSpc>
              <a:spcBef>
                <a:spcPts val="1560"/>
              </a:spcBef>
              <a:spcAft>
                <a:spcPts val="0"/>
              </a:spcAft>
              <a:buClr>
                <a:srgbClr val="262626"/>
              </a:buClr>
              <a:buSzPts val="1800"/>
              <a:buChar char=" "/>
            </a:pPr>
            <a:r>
              <a:rPr lang="en-US" sz="1800" dirty="0"/>
              <a:t>We can make our own implementation and call these methods in any way.</a:t>
            </a:r>
            <a:endParaRPr dirty="0"/>
          </a:p>
          <a:p>
            <a:pPr marL="109728" lvl="0" indent="-109728" algn="l" rtl="0">
              <a:lnSpc>
                <a:spcPct val="85000"/>
              </a:lnSpc>
              <a:spcBef>
                <a:spcPts val="1560"/>
              </a:spcBef>
              <a:spcAft>
                <a:spcPts val="0"/>
              </a:spcAft>
              <a:buClr>
                <a:srgbClr val="262626"/>
              </a:buClr>
              <a:buSzPts val="1800"/>
              <a:buChar char=" "/>
            </a:pPr>
            <a:r>
              <a:rPr lang="en-US" sz="1800" dirty="0"/>
              <a:t>There is an agreed convention of using the following definitions:</a:t>
            </a:r>
            <a:endParaRPr dirty="0"/>
          </a:p>
          <a:p>
            <a:pPr marL="109728" lvl="0" indent="-109728"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enqueue</a:t>
            </a:r>
            <a:r>
              <a:rPr lang="en-US" sz="1800" dirty="0"/>
              <a:t>: Adds a new element to the queue, placing it at the end of it.</a:t>
            </a:r>
            <a:endParaRPr dirty="0"/>
          </a:p>
          <a:p>
            <a:pPr marL="109728" lvl="0" indent="-109728"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dequeue</a:t>
            </a:r>
            <a:r>
              <a:rPr lang="en-US" sz="1800" dirty="0"/>
              <a:t>: Returns the first element of the queue, removing it from the queue.</a:t>
            </a:r>
            <a:endParaRPr dirty="0"/>
          </a:p>
          <a:p>
            <a:pPr marL="109728" lvl="0" indent="-109728"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peek</a:t>
            </a:r>
            <a:r>
              <a:rPr lang="en-US" sz="1800" dirty="0"/>
              <a:t>: Returns the first element of the queue, without removing it from the queue.</a:t>
            </a:r>
            <a:endParaRPr dirty="0"/>
          </a:p>
          <a:p>
            <a:pPr marL="109728" lvl="0" indent="-109728"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size</a:t>
            </a:r>
            <a:r>
              <a:rPr lang="en-US" sz="1800" dirty="0"/>
              <a:t>: Returns the number of elements in the queue.</a:t>
            </a:r>
            <a:endParaRPr dirty="0"/>
          </a:p>
          <a:p>
            <a:pPr marL="109728" lvl="0" indent="-109728"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err="1"/>
              <a:t>isEmpty</a:t>
            </a:r>
            <a:r>
              <a:rPr lang="en-US" sz="1800" dirty="0"/>
              <a:t>: Returns true if the queue is empty.</a:t>
            </a:r>
            <a:endParaRPr dirty="0"/>
          </a:p>
          <a:p>
            <a:pPr marL="109728" lvl="0" indent="-109728" algn="l" rtl="0">
              <a:lnSpc>
                <a:spcPct val="85000"/>
              </a:lnSpc>
              <a:spcBef>
                <a:spcPts val="1560"/>
              </a:spcBef>
              <a:spcAft>
                <a:spcPts val="0"/>
              </a:spcAft>
              <a:buClr>
                <a:srgbClr val="262626"/>
              </a:buClr>
              <a:buSzPts val="1800"/>
              <a:buFont typeface="Noto Sans Symbols"/>
              <a:buChar char="✔"/>
            </a:pPr>
            <a:r>
              <a:rPr lang="en-US" sz="1800" dirty="0"/>
              <a:t> </a:t>
            </a:r>
            <a:r>
              <a:rPr lang="en-US" sz="1800" b="1" dirty="0"/>
              <a:t>print</a:t>
            </a:r>
            <a:r>
              <a:rPr lang="en-US" sz="1800" dirty="0"/>
              <a:t>: Prints the contents of the queue.</a:t>
            </a:r>
            <a:endParaRPr sz="1800" dirty="0"/>
          </a:p>
        </p:txBody>
      </p:sp>
      <p:pic>
        <p:nvPicPr>
          <p:cNvPr id="160" name="Google Shape;160;g3cf1804cc52_0_103"/>
          <p:cNvPicPr preferRelativeResize="0"/>
          <p:nvPr/>
        </p:nvPicPr>
        <p:blipFill rotWithShape="1">
          <a:blip r:embed="rId3">
            <a:alphaModFix/>
          </a:blip>
          <a:srcRect/>
          <a:stretch/>
        </p:blipFill>
        <p:spPr>
          <a:xfrm>
            <a:off x="9206744" y="3195206"/>
            <a:ext cx="4972602" cy="34083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cf1804cc52_0_109"/>
          <p:cNvSpPr txBox="1">
            <a:spLocks noGrp="1"/>
          </p:cNvSpPr>
          <p:nvPr>
            <p:ph type="title"/>
          </p:nvPr>
        </p:nvSpPr>
        <p:spPr>
          <a:xfrm>
            <a:off x="788669" y="599439"/>
            <a:ext cx="7809900" cy="19899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400"/>
              <a:buFont typeface="Century Gothic"/>
              <a:buNone/>
            </a:pPr>
            <a:r>
              <a:rPr lang="en-US"/>
              <a:t>How to implement Queues?</a:t>
            </a:r>
            <a:endParaRPr/>
          </a:p>
        </p:txBody>
      </p:sp>
      <p:sp>
        <p:nvSpPr>
          <p:cNvPr id="166" name="Google Shape;166;g3cf1804cc52_0_109"/>
          <p:cNvSpPr txBox="1">
            <a:spLocks noGrp="1"/>
          </p:cNvSpPr>
          <p:nvPr>
            <p:ph type="body" idx="1"/>
          </p:nvPr>
        </p:nvSpPr>
        <p:spPr>
          <a:xfrm>
            <a:off x="811987" y="2589277"/>
            <a:ext cx="7786582" cy="5040884"/>
          </a:xfrm>
          <a:prstGeom prst="rect">
            <a:avLst/>
          </a:prstGeom>
          <a:noFill/>
          <a:ln>
            <a:noFill/>
          </a:ln>
        </p:spPr>
        <p:txBody>
          <a:bodyPr spcFirstLastPara="1" wrap="square" lIns="91425" tIns="45700" rIns="91425" bIns="45700" anchor="t" anchorCtr="0">
            <a:normAutofit/>
          </a:bodyPr>
          <a:lstStyle/>
          <a:p>
            <a:pPr marL="109728" lvl="0" indent="-109728" algn="l" rtl="0">
              <a:lnSpc>
                <a:spcPct val="85000"/>
              </a:lnSpc>
              <a:spcBef>
                <a:spcPts val="0"/>
              </a:spcBef>
              <a:spcAft>
                <a:spcPts val="0"/>
              </a:spcAft>
              <a:buClr>
                <a:srgbClr val="262626"/>
              </a:buClr>
              <a:buSzPts val="2000"/>
              <a:buChar char=" "/>
            </a:pPr>
            <a:r>
              <a:rPr lang="en-US" sz="2000" b="1" dirty="0"/>
              <a:t>Peek</a:t>
            </a:r>
            <a:r>
              <a:rPr lang="en-US" sz="2000" dirty="0"/>
              <a:t> is the only one method we need to implement, the others come from Prototype in JavaScript</a:t>
            </a:r>
          </a:p>
          <a:p>
            <a:pPr marL="109728" lvl="0" indent="-109728" algn="l" rtl="0">
              <a:lnSpc>
                <a:spcPct val="85000"/>
              </a:lnSpc>
              <a:spcBef>
                <a:spcPts val="0"/>
              </a:spcBef>
              <a:spcAft>
                <a:spcPts val="0"/>
              </a:spcAft>
              <a:buClr>
                <a:srgbClr val="262626"/>
              </a:buClr>
              <a:buSzPts val="2000"/>
              <a:buChar char=" "/>
            </a:pPr>
            <a:endParaRPr lang="en-US" sz="2000" dirty="0"/>
          </a:p>
          <a:p>
            <a:pPr marL="109728" lvl="0" indent="-109728">
              <a:spcBef>
                <a:spcPts val="0"/>
              </a:spcBef>
              <a:buSzPts val="2000"/>
            </a:pPr>
            <a:r>
              <a:rPr lang="es-ES" sz="2000" dirty="0" err="1"/>
              <a:t>Peek</a:t>
            </a:r>
            <a:r>
              <a:rPr lang="es-ES" sz="2000" dirty="0"/>
              <a:t> es el único método que necesitamos implementar, los demás vienen de </a:t>
            </a:r>
            <a:r>
              <a:rPr lang="es-ES" sz="2000" dirty="0" err="1"/>
              <a:t>Prototype</a:t>
            </a:r>
            <a:r>
              <a:rPr lang="es-ES" sz="2000" dirty="0"/>
              <a:t> en JavaScript</a:t>
            </a:r>
            <a:endParaRPr sz="2000" dirty="0"/>
          </a:p>
        </p:txBody>
      </p:sp>
      <p:pic>
        <p:nvPicPr>
          <p:cNvPr id="167" name="Google Shape;167;g3cf1804cc52_0_109"/>
          <p:cNvPicPr preferRelativeResize="0"/>
          <p:nvPr/>
        </p:nvPicPr>
        <p:blipFill rotWithShape="1">
          <a:blip r:embed="rId3">
            <a:alphaModFix/>
          </a:blip>
          <a:srcRect/>
          <a:stretch/>
        </p:blipFill>
        <p:spPr>
          <a:xfrm>
            <a:off x="8977162" y="289796"/>
            <a:ext cx="4864570" cy="765000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3cf1804cc52_0_115"/>
          <p:cNvSpPr txBox="1">
            <a:spLocks noGrp="1"/>
          </p:cNvSpPr>
          <p:nvPr>
            <p:ph type="title"/>
          </p:nvPr>
        </p:nvSpPr>
        <p:spPr>
          <a:xfrm>
            <a:off x="788669" y="599439"/>
            <a:ext cx="12927300" cy="19899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chemeClr val="accent1"/>
              </a:buClr>
              <a:buSzPts val="6000"/>
              <a:buFont typeface="Century Gothic"/>
              <a:buNone/>
            </a:pPr>
            <a:r>
              <a:rPr lang="en-US" sz="5800"/>
              <a:t>CHALLENGE 05</a:t>
            </a:r>
            <a:endParaRPr sz="6280"/>
          </a:p>
        </p:txBody>
      </p:sp>
      <p:sp>
        <p:nvSpPr>
          <p:cNvPr id="173" name="Google Shape;173;g3cf1804cc52_0_115"/>
          <p:cNvSpPr txBox="1">
            <a:spLocks noGrp="1"/>
          </p:cNvSpPr>
          <p:nvPr>
            <p:ph type="body" idx="1"/>
          </p:nvPr>
        </p:nvSpPr>
        <p:spPr>
          <a:xfrm>
            <a:off x="788663" y="2384592"/>
            <a:ext cx="5433000" cy="4519500"/>
          </a:xfrm>
          <a:prstGeom prst="rect">
            <a:avLst/>
          </a:prstGeom>
          <a:noFill/>
          <a:ln>
            <a:noFill/>
          </a:ln>
        </p:spPr>
        <p:txBody>
          <a:bodyPr spcFirstLastPara="1" wrap="square" lIns="91425" tIns="45700" rIns="91425" bIns="45700" anchor="t" anchorCtr="0">
            <a:normAutofit/>
          </a:bodyPr>
          <a:lstStyle/>
          <a:p>
            <a:pPr marL="514350" lvl="0" indent="-514350" algn="l" rtl="0">
              <a:lnSpc>
                <a:spcPct val="100000"/>
              </a:lnSpc>
              <a:spcBef>
                <a:spcPts val="0"/>
              </a:spcBef>
              <a:spcAft>
                <a:spcPts val="0"/>
              </a:spcAft>
              <a:buClr>
                <a:srgbClr val="262626"/>
              </a:buClr>
              <a:buSzPts val="2000"/>
              <a:buFont typeface="Century Gothic"/>
              <a:buAutoNum type="arabicPeriod"/>
            </a:pPr>
            <a:r>
              <a:rPr lang="en-US" sz="2000"/>
              <a:t>Create and handle new queue of people in one ATM. Every person in the ATM must have its name, withdrawal amount and a random arrival date assigned by the system.</a:t>
            </a:r>
            <a:endParaRPr/>
          </a:p>
          <a:p>
            <a:pPr marL="514350" lvl="0" indent="-514350" algn="l" rtl="0">
              <a:lnSpc>
                <a:spcPct val="100000"/>
              </a:lnSpc>
              <a:spcBef>
                <a:spcPts val="1560"/>
              </a:spcBef>
              <a:spcAft>
                <a:spcPts val="0"/>
              </a:spcAft>
              <a:buClr>
                <a:srgbClr val="262626"/>
              </a:buClr>
              <a:buSzPts val="2000"/>
              <a:buFont typeface="Century Gothic"/>
              <a:buAutoNum type="arabicPeriod"/>
            </a:pPr>
            <a:r>
              <a:rPr lang="en-US" sz="2000"/>
              <a:t>Fill the queue with some mock data</a:t>
            </a:r>
            <a:endParaRPr/>
          </a:p>
          <a:p>
            <a:pPr marL="514350" lvl="0" indent="-514350" algn="l" rtl="0">
              <a:lnSpc>
                <a:spcPct val="100000"/>
              </a:lnSpc>
              <a:spcBef>
                <a:spcPts val="1560"/>
              </a:spcBef>
              <a:spcAft>
                <a:spcPts val="0"/>
              </a:spcAft>
              <a:buClr>
                <a:srgbClr val="262626"/>
              </a:buClr>
              <a:buSzPts val="2000"/>
              <a:buFont typeface="Century Gothic"/>
              <a:buAutoNum type="arabicPeriod"/>
            </a:pPr>
            <a:r>
              <a:rPr lang="en-US" sz="2000"/>
              <a:t>Create a new project in react, and implements a new screen with a form to create a new person, then add the person to the queue</a:t>
            </a:r>
            <a:endParaRPr/>
          </a:p>
          <a:p>
            <a:pPr marL="514350" lvl="0" indent="-514350" algn="l" rtl="0">
              <a:lnSpc>
                <a:spcPct val="100000"/>
              </a:lnSpc>
              <a:spcBef>
                <a:spcPts val="1560"/>
              </a:spcBef>
              <a:spcAft>
                <a:spcPts val="0"/>
              </a:spcAft>
              <a:buClr>
                <a:srgbClr val="262626"/>
              </a:buClr>
              <a:buSzPts val="2000"/>
              <a:buFont typeface="Century Gothic"/>
              <a:buAutoNum type="arabicPeriod"/>
            </a:pPr>
            <a:r>
              <a:rPr lang="en-US" sz="2000"/>
              <a:t>Print the queue in screen according to the arrival date</a:t>
            </a:r>
            <a:endParaRPr/>
          </a:p>
        </p:txBody>
      </p:sp>
      <p:pic>
        <p:nvPicPr>
          <p:cNvPr id="174" name="Google Shape;174;g3cf1804cc52_0_115"/>
          <p:cNvPicPr preferRelativeResize="0"/>
          <p:nvPr/>
        </p:nvPicPr>
        <p:blipFill rotWithShape="1">
          <a:blip r:embed="rId3">
            <a:alphaModFix/>
          </a:blip>
          <a:srcRect/>
          <a:stretch/>
        </p:blipFill>
        <p:spPr>
          <a:xfrm>
            <a:off x="6419841" y="1"/>
            <a:ext cx="8210561" cy="8229599"/>
          </a:xfrm>
          <a:prstGeom prst="rect">
            <a:avLst/>
          </a:prstGeom>
          <a:noFill/>
          <a:ln>
            <a:noFill/>
          </a:ln>
        </p:spPr>
      </p:pic>
    </p:spTree>
  </p:cSld>
  <p:clrMapOvr>
    <a:masterClrMapping/>
  </p:clrMapOvr>
</p:sld>
</file>

<file path=ppt/theme/theme1.xml><?xml version="1.0" encoding="utf-8"?>
<a:theme xmlns:a="http://schemas.openxmlformats.org/drawingml/2006/main" name="Metropolitano">
  <a:themeElements>
    <a:clrScheme name="Metropolitano">
      <a:dk1>
        <a:srgbClr val="000000"/>
      </a:dk1>
      <a:lt1>
        <a:srgbClr val="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1357</Words>
  <Application>Microsoft Office PowerPoint</Application>
  <PresentationFormat>Personalizado</PresentationFormat>
  <Paragraphs>72</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Century Gothic</vt:lpstr>
      <vt:lpstr>Noto Sans Symbols</vt:lpstr>
      <vt:lpstr>Metropolitano</vt:lpstr>
      <vt:lpstr>Estructuras de Datos II</vt:lpstr>
      <vt:lpstr>Stacks</vt:lpstr>
      <vt:lpstr>Stacks</vt:lpstr>
      <vt:lpstr>Using Stacks</vt:lpstr>
      <vt:lpstr>Stacks Methods</vt:lpstr>
      <vt:lpstr>How to implement Stacks?</vt:lpstr>
      <vt:lpstr>CHALLENGE 04</vt:lpstr>
      <vt:lpstr>Queues</vt:lpstr>
      <vt:lpstr>Queues</vt:lpstr>
      <vt:lpstr>Using Queues</vt:lpstr>
      <vt:lpstr>Queues Methods</vt:lpstr>
      <vt:lpstr>How to implement Queues?</vt:lpstr>
      <vt:lpstr>CHALLENGE 05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LEIDY TATIANA HERNANDEZ MONTENEGRO</cp:lastModifiedBy>
  <cp:revision>2</cp:revision>
  <dcterms:created xsi:type="dcterms:W3CDTF">2025-01-30T02:43:37Z</dcterms:created>
  <dcterms:modified xsi:type="dcterms:W3CDTF">2026-09-12T03:18:01Z</dcterms:modified>
</cp:coreProperties>
</file>